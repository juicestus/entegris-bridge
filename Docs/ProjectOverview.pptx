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  <p:sldMasterId id="2147483747" r:id="rId5"/>
    <p:sldMasterId id="2147483837" r:id="rId6"/>
  </p:sldMasterIdLst>
  <p:notesMasterIdLst>
    <p:notesMasterId r:id="rId12"/>
  </p:notesMasterIdLst>
  <p:handoutMasterIdLst>
    <p:handoutMasterId r:id="rId13"/>
  </p:handoutMasterIdLst>
  <p:sldIdLst>
    <p:sldId id="14509" r:id="rId7"/>
    <p:sldId id="14510" r:id="rId8"/>
    <p:sldId id="14511" r:id="rId9"/>
    <p:sldId id="14512" r:id="rId10"/>
    <p:sldId id="1450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38A"/>
    <a:srgbClr val="B5EAFF"/>
    <a:srgbClr val="003F53"/>
    <a:srgbClr val="6FA257"/>
    <a:srgbClr val="4D7D4D"/>
    <a:srgbClr val="4E7D4F"/>
    <a:srgbClr val="426D40"/>
    <a:srgbClr val="113742"/>
    <a:srgbClr val="54D6FF"/>
    <a:srgbClr val="285C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0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C4E89F-4AA1-4061-9901-00D1900390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1642F-61AC-4306-AF37-C87B1CDFF7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70706-03BD-4614-87D9-08C345BFB93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D3EE2-2277-4B19-9A9D-4844EEAA92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DDB8F-DDF3-4F31-BDAF-18BEBA6D1F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79501-144D-45FD-8EE9-E157A3E90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74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8EDD9-64B7-4BFD-B2D6-7FBB5BCF2A4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36B99-A8C6-4CDB-97CB-B0BF467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6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F36B99-A8C6-4CDB-97CB-B0BF467C07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78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Picture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72A827D5-20CD-487E-BC8C-6E7A337DD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403" y="2870643"/>
            <a:ext cx="5489193" cy="1116713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E597ADDA-4DFE-4EE1-81FE-26208115B7FC}"/>
              </a:ext>
            </a:extLst>
          </p:cNvPr>
          <p:cNvSpPr/>
          <p:nvPr userDrawn="1"/>
        </p:nvSpPr>
        <p:spPr>
          <a:xfrm>
            <a:off x="0" y="-8107"/>
            <a:ext cx="12192000" cy="6858000"/>
          </a:xfrm>
          <a:prstGeom prst="rect">
            <a:avLst/>
          </a:prstGeom>
          <a:gradFill>
            <a:gsLst>
              <a:gs pos="0">
                <a:srgbClr val="068C9A">
                  <a:alpha val="84706"/>
                </a:srgbClr>
              </a:gs>
              <a:gs pos="59000">
                <a:srgbClr val="036087">
                  <a:lumMod val="89000"/>
                  <a:alpha val="85000"/>
                </a:srgbClr>
              </a:gs>
              <a:gs pos="83000">
                <a:srgbClr val="036087">
                  <a:alpha val="85000"/>
                  <a:lumMod val="72000"/>
                </a:srgbClr>
              </a:gs>
              <a:gs pos="100000">
                <a:srgbClr val="036087">
                  <a:alpha val="85000"/>
                  <a:lumMod val="59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2" name="Picture 201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484F5831-D494-4392-A37A-244A18F1A4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0037"/>
            <a:ext cx="11909830" cy="1910236"/>
          </a:xfrm>
          <a:custGeom>
            <a:avLst/>
            <a:gdLst>
              <a:gd name="connsiteX0" fmla="*/ 0 w 10689466"/>
              <a:gd name="connsiteY0" fmla="*/ 0 h 1714500"/>
              <a:gd name="connsiteX1" fmla="*/ 3683329 w 10689466"/>
              <a:gd name="connsiteY1" fmla="*/ 0 h 1714500"/>
              <a:gd name="connsiteX2" fmla="*/ 3683330 w 10689466"/>
              <a:gd name="connsiteY2" fmla="*/ 0 h 1714500"/>
              <a:gd name="connsiteX3" fmla="*/ 6059948 w 10689466"/>
              <a:gd name="connsiteY3" fmla="*/ 0 h 1714500"/>
              <a:gd name="connsiteX4" fmla="*/ 6107389 w 10689466"/>
              <a:gd name="connsiteY4" fmla="*/ 0 h 1714500"/>
              <a:gd name="connsiteX5" fmla="*/ 7371407 w 10689466"/>
              <a:gd name="connsiteY5" fmla="*/ 0 h 1714500"/>
              <a:gd name="connsiteX6" fmla="*/ 9835207 w 10689466"/>
              <a:gd name="connsiteY6" fmla="*/ 0 h 1714500"/>
              <a:gd name="connsiteX7" fmla="*/ 10689466 w 10689466"/>
              <a:gd name="connsiteY7" fmla="*/ 854259 h 1714500"/>
              <a:gd name="connsiteX8" fmla="*/ 9835207 w 10689466"/>
              <a:gd name="connsiteY8" fmla="*/ 1708518 h 1714500"/>
              <a:gd name="connsiteX9" fmla="*/ 9835207 w 10689466"/>
              <a:gd name="connsiteY9" fmla="*/ 1714500 h 1714500"/>
              <a:gd name="connsiteX10" fmla="*/ 7371407 w 10689466"/>
              <a:gd name="connsiteY10" fmla="*/ 1714500 h 1714500"/>
              <a:gd name="connsiteX11" fmla="*/ 6107389 w 10689466"/>
              <a:gd name="connsiteY11" fmla="*/ 1714500 h 1714500"/>
              <a:gd name="connsiteX12" fmla="*/ 3683329 w 10689466"/>
              <a:gd name="connsiteY12" fmla="*/ 1714500 h 1714500"/>
              <a:gd name="connsiteX13" fmla="*/ 3643589 w 10689466"/>
              <a:gd name="connsiteY13" fmla="*/ 1714500 h 1714500"/>
              <a:gd name="connsiteX14" fmla="*/ 0 w 10689466"/>
              <a:gd name="connsiteY14" fmla="*/ 17145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689466" h="1714500">
                <a:moveTo>
                  <a:pt x="0" y="0"/>
                </a:moveTo>
                <a:lnTo>
                  <a:pt x="3683329" y="0"/>
                </a:lnTo>
                <a:lnTo>
                  <a:pt x="3683330" y="0"/>
                </a:lnTo>
                <a:lnTo>
                  <a:pt x="6059948" y="0"/>
                </a:lnTo>
                <a:lnTo>
                  <a:pt x="6107389" y="0"/>
                </a:lnTo>
                <a:lnTo>
                  <a:pt x="7371407" y="0"/>
                </a:lnTo>
                <a:lnTo>
                  <a:pt x="9835207" y="0"/>
                </a:lnTo>
                <a:cubicBezTo>
                  <a:pt x="10307001" y="0"/>
                  <a:pt x="10689466" y="382465"/>
                  <a:pt x="10689466" y="854259"/>
                </a:cubicBezTo>
                <a:cubicBezTo>
                  <a:pt x="10689466" y="1326053"/>
                  <a:pt x="10307001" y="1708518"/>
                  <a:pt x="9835207" y="1708518"/>
                </a:cubicBezTo>
                <a:lnTo>
                  <a:pt x="9835207" y="1714500"/>
                </a:lnTo>
                <a:lnTo>
                  <a:pt x="7371407" y="1714500"/>
                </a:lnTo>
                <a:lnTo>
                  <a:pt x="6107389" y="1714500"/>
                </a:lnTo>
                <a:lnTo>
                  <a:pt x="3683329" y="1714500"/>
                </a:lnTo>
                <a:lnTo>
                  <a:pt x="3643589" y="1714500"/>
                </a:lnTo>
                <a:lnTo>
                  <a:pt x="0" y="1714500"/>
                </a:lnTo>
                <a:close/>
              </a:path>
            </a:pathLst>
          </a:custGeom>
          <a:effectLst>
            <a:innerShdw blurRad="114300">
              <a:prstClr val="black"/>
            </a:innerShdw>
          </a:effectLst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6497DDC4-4051-476D-BE17-7F738F1959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2613"/>
          <a:stretch/>
        </p:blipFill>
        <p:spPr>
          <a:xfrm>
            <a:off x="7950575" y="4639489"/>
            <a:ext cx="4241425" cy="1719221"/>
          </a:xfrm>
          <a:prstGeom prst="rect">
            <a:avLst/>
          </a:prstGeom>
        </p:spPr>
      </p:pic>
      <p:sp>
        <p:nvSpPr>
          <p:cNvPr id="204" name="Content Placeholder 3">
            <a:extLst>
              <a:ext uri="{FF2B5EF4-FFF2-40B4-BE49-F238E27FC236}">
                <a16:creationId xmlns:a16="http://schemas.microsoft.com/office/drawing/2014/main" id="{1BB0BB93-F098-4709-B34D-D8BB3DD920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363" y="2643811"/>
            <a:ext cx="6643687" cy="1063943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3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5" name="Content Placeholder 3">
            <a:extLst>
              <a:ext uri="{FF2B5EF4-FFF2-40B4-BE49-F238E27FC236}">
                <a16:creationId xmlns:a16="http://schemas.microsoft.com/office/drawing/2014/main" id="{9361209B-EC77-45C4-8CFC-96ACB45B5AA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362" y="3897372"/>
            <a:ext cx="6643687" cy="127463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206" name="Picture 2">
            <a:extLst>
              <a:ext uri="{FF2B5EF4-FFF2-40B4-BE49-F238E27FC236}">
                <a16:creationId xmlns:a16="http://schemas.microsoft.com/office/drawing/2014/main" id="{675F86FD-FD4E-4DEF-87A7-BB90366332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39189" y="5169535"/>
            <a:ext cx="3451922" cy="70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03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Pictures Title 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72A827D5-20CD-487E-BC8C-6E7A337DD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403" y="2870643"/>
            <a:ext cx="5489193" cy="1116713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E597ADDA-4DFE-4EE1-81FE-26208115B7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8C9A">
                  <a:alpha val="84706"/>
                </a:srgbClr>
              </a:gs>
              <a:gs pos="59000">
                <a:srgbClr val="036087">
                  <a:lumMod val="89000"/>
                  <a:alpha val="85000"/>
                </a:srgbClr>
              </a:gs>
              <a:gs pos="83000">
                <a:srgbClr val="036087">
                  <a:alpha val="85000"/>
                  <a:lumMod val="72000"/>
                </a:srgbClr>
              </a:gs>
              <a:gs pos="100000">
                <a:srgbClr val="036087">
                  <a:alpha val="85000"/>
                  <a:lumMod val="59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2" name="Picture 201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484F5831-D494-4392-A37A-244A18F1A4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0037"/>
            <a:ext cx="11909830" cy="1910236"/>
          </a:xfrm>
          <a:custGeom>
            <a:avLst/>
            <a:gdLst>
              <a:gd name="connsiteX0" fmla="*/ 0 w 10689466"/>
              <a:gd name="connsiteY0" fmla="*/ 0 h 1714500"/>
              <a:gd name="connsiteX1" fmla="*/ 3683329 w 10689466"/>
              <a:gd name="connsiteY1" fmla="*/ 0 h 1714500"/>
              <a:gd name="connsiteX2" fmla="*/ 3683330 w 10689466"/>
              <a:gd name="connsiteY2" fmla="*/ 0 h 1714500"/>
              <a:gd name="connsiteX3" fmla="*/ 6059948 w 10689466"/>
              <a:gd name="connsiteY3" fmla="*/ 0 h 1714500"/>
              <a:gd name="connsiteX4" fmla="*/ 6107389 w 10689466"/>
              <a:gd name="connsiteY4" fmla="*/ 0 h 1714500"/>
              <a:gd name="connsiteX5" fmla="*/ 7371407 w 10689466"/>
              <a:gd name="connsiteY5" fmla="*/ 0 h 1714500"/>
              <a:gd name="connsiteX6" fmla="*/ 9835207 w 10689466"/>
              <a:gd name="connsiteY6" fmla="*/ 0 h 1714500"/>
              <a:gd name="connsiteX7" fmla="*/ 10689466 w 10689466"/>
              <a:gd name="connsiteY7" fmla="*/ 854259 h 1714500"/>
              <a:gd name="connsiteX8" fmla="*/ 9835207 w 10689466"/>
              <a:gd name="connsiteY8" fmla="*/ 1708518 h 1714500"/>
              <a:gd name="connsiteX9" fmla="*/ 9835207 w 10689466"/>
              <a:gd name="connsiteY9" fmla="*/ 1714500 h 1714500"/>
              <a:gd name="connsiteX10" fmla="*/ 7371407 w 10689466"/>
              <a:gd name="connsiteY10" fmla="*/ 1714500 h 1714500"/>
              <a:gd name="connsiteX11" fmla="*/ 6107389 w 10689466"/>
              <a:gd name="connsiteY11" fmla="*/ 1714500 h 1714500"/>
              <a:gd name="connsiteX12" fmla="*/ 3683329 w 10689466"/>
              <a:gd name="connsiteY12" fmla="*/ 1714500 h 1714500"/>
              <a:gd name="connsiteX13" fmla="*/ 3643589 w 10689466"/>
              <a:gd name="connsiteY13" fmla="*/ 1714500 h 1714500"/>
              <a:gd name="connsiteX14" fmla="*/ 0 w 10689466"/>
              <a:gd name="connsiteY14" fmla="*/ 17145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689466" h="1714500">
                <a:moveTo>
                  <a:pt x="0" y="0"/>
                </a:moveTo>
                <a:lnTo>
                  <a:pt x="3683329" y="0"/>
                </a:lnTo>
                <a:lnTo>
                  <a:pt x="3683330" y="0"/>
                </a:lnTo>
                <a:lnTo>
                  <a:pt x="6059948" y="0"/>
                </a:lnTo>
                <a:lnTo>
                  <a:pt x="6107389" y="0"/>
                </a:lnTo>
                <a:lnTo>
                  <a:pt x="7371407" y="0"/>
                </a:lnTo>
                <a:lnTo>
                  <a:pt x="9835207" y="0"/>
                </a:lnTo>
                <a:cubicBezTo>
                  <a:pt x="10307001" y="0"/>
                  <a:pt x="10689466" y="382465"/>
                  <a:pt x="10689466" y="854259"/>
                </a:cubicBezTo>
                <a:cubicBezTo>
                  <a:pt x="10689466" y="1326053"/>
                  <a:pt x="10307001" y="1708518"/>
                  <a:pt x="9835207" y="1708518"/>
                </a:cubicBezTo>
                <a:lnTo>
                  <a:pt x="9835207" y="1714500"/>
                </a:lnTo>
                <a:lnTo>
                  <a:pt x="7371407" y="1714500"/>
                </a:lnTo>
                <a:lnTo>
                  <a:pt x="6107389" y="1714500"/>
                </a:lnTo>
                <a:lnTo>
                  <a:pt x="3683329" y="1714500"/>
                </a:lnTo>
                <a:lnTo>
                  <a:pt x="3643589" y="1714500"/>
                </a:lnTo>
                <a:lnTo>
                  <a:pt x="0" y="1714500"/>
                </a:lnTo>
                <a:close/>
              </a:path>
            </a:pathLst>
          </a:custGeom>
          <a:effectLst>
            <a:innerShdw blurRad="114300">
              <a:prstClr val="black"/>
            </a:innerShdw>
          </a:effectLst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6497DDC4-4051-476D-BE17-7F738F1959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2613"/>
          <a:stretch/>
        </p:blipFill>
        <p:spPr>
          <a:xfrm>
            <a:off x="7950575" y="4639489"/>
            <a:ext cx="4241425" cy="1719221"/>
          </a:xfrm>
          <a:prstGeom prst="rect">
            <a:avLst/>
          </a:prstGeom>
        </p:spPr>
      </p:pic>
      <p:sp>
        <p:nvSpPr>
          <p:cNvPr id="204" name="Content Placeholder 3">
            <a:extLst>
              <a:ext uri="{FF2B5EF4-FFF2-40B4-BE49-F238E27FC236}">
                <a16:creationId xmlns:a16="http://schemas.microsoft.com/office/drawing/2014/main" id="{1BB0BB93-F098-4709-B34D-D8BB3DD920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363" y="2643811"/>
            <a:ext cx="6643687" cy="1063943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3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5" name="Content Placeholder 3">
            <a:extLst>
              <a:ext uri="{FF2B5EF4-FFF2-40B4-BE49-F238E27FC236}">
                <a16:creationId xmlns:a16="http://schemas.microsoft.com/office/drawing/2014/main" id="{9361209B-EC77-45C4-8CFC-96ACB45B5AA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362" y="3897372"/>
            <a:ext cx="6643687" cy="127463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206" name="Picture 2">
            <a:extLst>
              <a:ext uri="{FF2B5EF4-FFF2-40B4-BE49-F238E27FC236}">
                <a16:creationId xmlns:a16="http://schemas.microsoft.com/office/drawing/2014/main" id="{675F86FD-FD4E-4DEF-87A7-BB90366332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39189" y="5169535"/>
            <a:ext cx="3451922" cy="70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DF6D3D-6783-8743-A705-D59CF9C37C2D}"/>
              </a:ext>
            </a:extLst>
          </p:cNvPr>
          <p:cNvSpPr/>
          <p:nvPr userDrawn="1"/>
        </p:nvSpPr>
        <p:spPr>
          <a:xfrm>
            <a:off x="614362" y="5814483"/>
            <a:ext cx="2333937" cy="486505"/>
          </a:xfrm>
          <a:prstGeom prst="roundRect">
            <a:avLst>
              <a:gd name="adj" fmla="val 6128"/>
            </a:avLst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3"/>
                </a:solidFill>
              </a:rPr>
              <a:t>NDA Required</a:t>
            </a:r>
          </a:p>
        </p:txBody>
      </p:sp>
    </p:spTree>
    <p:extLst>
      <p:ext uri="{BB962C8B-B14F-4D97-AF65-F5344CB8AC3E}">
        <p14:creationId xmlns:p14="http://schemas.microsoft.com/office/powerpoint/2010/main" val="359664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Pictures Title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72A827D5-20CD-487E-BC8C-6E7A337DD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403" y="2870643"/>
            <a:ext cx="5489193" cy="1116713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E597ADDA-4DFE-4EE1-81FE-26208115B7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8C9A">
                  <a:alpha val="84706"/>
                </a:srgbClr>
              </a:gs>
              <a:gs pos="59000">
                <a:srgbClr val="036087">
                  <a:lumMod val="89000"/>
                  <a:alpha val="85000"/>
                </a:srgbClr>
              </a:gs>
              <a:gs pos="83000">
                <a:srgbClr val="036087">
                  <a:alpha val="85000"/>
                  <a:lumMod val="72000"/>
                </a:srgbClr>
              </a:gs>
              <a:gs pos="100000">
                <a:srgbClr val="036087">
                  <a:alpha val="85000"/>
                  <a:lumMod val="59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2" name="Picture 201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484F5831-D494-4392-A37A-244A18F1A4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0037"/>
            <a:ext cx="11909830" cy="1910236"/>
          </a:xfrm>
          <a:custGeom>
            <a:avLst/>
            <a:gdLst>
              <a:gd name="connsiteX0" fmla="*/ 0 w 10689466"/>
              <a:gd name="connsiteY0" fmla="*/ 0 h 1714500"/>
              <a:gd name="connsiteX1" fmla="*/ 3683329 w 10689466"/>
              <a:gd name="connsiteY1" fmla="*/ 0 h 1714500"/>
              <a:gd name="connsiteX2" fmla="*/ 3683330 w 10689466"/>
              <a:gd name="connsiteY2" fmla="*/ 0 h 1714500"/>
              <a:gd name="connsiteX3" fmla="*/ 6059948 w 10689466"/>
              <a:gd name="connsiteY3" fmla="*/ 0 h 1714500"/>
              <a:gd name="connsiteX4" fmla="*/ 6107389 w 10689466"/>
              <a:gd name="connsiteY4" fmla="*/ 0 h 1714500"/>
              <a:gd name="connsiteX5" fmla="*/ 7371407 w 10689466"/>
              <a:gd name="connsiteY5" fmla="*/ 0 h 1714500"/>
              <a:gd name="connsiteX6" fmla="*/ 9835207 w 10689466"/>
              <a:gd name="connsiteY6" fmla="*/ 0 h 1714500"/>
              <a:gd name="connsiteX7" fmla="*/ 10689466 w 10689466"/>
              <a:gd name="connsiteY7" fmla="*/ 854259 h 1714500"/>
              <a:gd name="connsiteX8" fmla="*/ 9835207 w 10689466"/>
              <a:gd name="connsiteY8" fmla="*/ 1708518 h 1714500"/>
              <a:gd name="connsiteX9" fmla="*/ 9835207 w 10689466"/>
              <a:gd name="connsiteY9" fmla="*/ 1714500 h 1714500"/>
              <a:gd name="connsiteX10" fmla="*/ 7371407 w 10689466"/>
              <a:gd name="connsiteY10" fmla="*/ 1714500 h 1714500"/>
              <a:gd name="connsiteX11" fmla="*/ 6107389 w 10689466"/>
              <a:gd name="connsiteY11" fmla="*/ 1714500 h 1714500"/>
              <a:gd name="connsiteX12" fmla="*/ 3683329 w 10689466"/>
              <a:gd name="connsiteY12" fmla="*/ 1714500 h 1714500"/>
              <a:gd name="connsiteX13" fmla="*/ 3643589 w 10689466"/>
              <a:gd name="connsiteY13" fmla="*/ 1714500 h 1714500"/>
              <a:gd name="connsiteX14" fmla="*/ 0 w 10689466"/>
              <a:gd name="connsiteY14" fmla="*/ 171450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689466" h="1714500">
                <a:moveTo>
                  <a:pt x="0" y="0"/>
                </a:moveTo>
                <a:lnTo>
                  <a:pt x="3683329" y="0"/>
                </a:lnTo>
                <a:lnTo>
                  <a:pt x="3683330" y="0"/>
                </a:lnTo>
                <a:lnTo>
                  <a:pt x="6059948" y="0"/>
                </a:lnTo>
                <a:lnTo>
                  <a:pt x="6107389" y="0"/>
                </a:lnTo>
                <a:lnTo>
                  <a:pt x="7371407" y="0"/>
                </a:lnTo>
                <a:lnTo>
                  <a:pt x="9835207" y="0"/>
                </a:lnTo>
                <a:cubicBezTo>
                  <a:pt x="10307001" y="0"/>
                  <a:pt x="10689466" y="382465"/>
                  <a:pt x="10689466" y="854259"/>
                </a:cubicBezTo>
                <a:cubicBezTo>
                  <a:pt x="10689466" y="1326053"/>
                  <a:pt x="10307001" y="1708518"/>
                  <a:pt x="9835207" y="1708518"/>
                </a:cubicBezTo>
                <a:lnTo>
                  <a:pt x="9835207" y="1714500"/>
                </a:lnTo>
                <a:lnTo>
                  <a:pt x="7371407" y="1714500"/>
                </a:lnTo>
                <a:lnTo>
                  <a:pt x="6107389" y="1714500"/>
                </a:lnTo>
                <a:lnTo>
                  <a:pt x="3683329" y="1714500"/>
                </a:lnTo>
                <a:lnTo>
                  <a:pt x="3643589" y="1714500"/>
                </a:lnTo>
                <a:lnTo>
                  <a:pt x="0" y="1714500"/>
                </a:lnTo>
                <a:close/>
              </a:path>
            </a:pathLst>
          </a:custGeom>
          <a:effectLst>
            <a:innerShdw blurRad="114300">
              <a:prstClr val="black"/>
            </a:innerShdw>
          </a:effectLst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6497DDC4-4051-476D-BE17-7F738F1959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2613"/>
          <a:stretch/>
        </p:blipFill>
        <p:spPr>
          <a:xfrm>
            <a:off x="7950575" y="4639489"/>
            <a:ext cx="4241425" cy="1719221"/>
          </a:xfrm>
          <a:prstGeom prst="rect">
            <a:avLst/>
          </a:prstGeom>
        </p:spPr>
      </p:pic>
      <p:sp>
        <p:nvSpPr>
          <p:cNvPr id="204" name="Content Placeholder 3">
            <a:extLst>
              <a:ext uri="{FF2B5EF4-FFF2-40B4-BE49-F238E27FC236}">
                <a16:creationId xmlns:a16="http://schemas.microsoft.com/office/drawing/2014/main" id="{1BB0BB93-F098-4709-B34D-D8BB3DD920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363" y="2643811"/>
            <a:ext cx="6643687" cy="1063943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3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5" name="Content Placeholder 3">
            <a:extLst>
              <a:ext uri="{FF2B5EF4-FFF2-40B4-BE49-F238E27FC236}">
                <a16:creationId xmlns:a16="http://schemas.microsoft.com/office/drawing/2014/main" id="{9361209B-EC77-45C4-8CFC-96ACB45B5AA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362" y="3897372"/>
            <a:ext cx="6643687" cy="1274639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206" name="Picture 2">
            <a:extLst>
              <a:ext uri="{FF2B5EF4-FFF2-40B4-BE49-F238E27FC236}">
                <a16:creationId xmlns:a16="http://schemas.microsoft.com/office/drawing/2014/main" id="{675F86FD-FD4E-4DEF-87A7-BB90366332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39189" y="5169535"/>
            <a:ext cx="3451922" cy="70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AC6BB1-2A2C-551E-9309-37A92D93125C}"/>
              </a:ext>
            </a:extLst>
          </p:cNvPr>
          <p:cNvSpPr/>
          <p:nvPr userDrawn="1"/>
        </p:nvSpPr>
        <p:spPr>
          <a:xfrm>
            <a:off x="614362" y="5814483"/>
            <a:ext cx="2333937" cy="486505"/>
          </a:xfrm>
          <a:prstGeom prst="roundRect">
            <a:avLst>
              <a:gd name="adj" fmla="val 6128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3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3059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DA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2413003D-AE54-18E6-FBD7-C2872367BA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944" y="6299074"/>
            <a:ext cx="1932709" cy="393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733332-BC91-2605-8D5C-D98968E2C66F}"/>
              </a:ext>
            </a:extLst>
          </p:cNvPr>
          <p:cNvSpPr txBox="1"/>
          <p:nvPr userDrawn="1"/>
        </p:nvSpPr>
        <p:spPr>
          <a:xfrm>
            <a:off x="905854" y="572568"/>
            <a:ext cx="103318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>
                <a:solidFill>
                  <a:schemeClr val="accent1"/>
                </a:solidFill>
                <a:latin typeface="Lato" panose="020F0502020204030203"/>
              </a:rPr>
              <a:t>NDA Notice</a:t>
            </a:r>
          </a:p>
          <a:p>
            <a:endParaRPr lang="en-US">
              <a:latin typeface="Lato" panose="020F0502020204030203"/>
            </a:endParaRPr>
          </a:p>
          <a:p>
            <a:pPr algn="l">
              <a:spcAft>
                <a:spcPts val="1200"/>
              </a:spcAft>
            </a:pPr>
            <a:r>
              <a:rPr lang="en-US" b="0" i="0">
                <a:solidFill>
                  <a:srgbClr val="0D0D0D"/>
                </a:solidFill>
                <a:effectLst/>
                <a:latin typeface="Lato" panose="020F0502020204030203"/>
              </a:rPr>
              <a:t>This document and any related materials and information are confidential and proprietary to SkyWater. As a result, they must: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Lato" panose="020F0502020204030203"/>
              </a:rPr>
              <a:t>Not be copied, transferred, disclosed, or duplicated, in whole or in part, without SkyWater’s prior written consent; and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Lato" panose="020F0502020204030203"/>
              </a:rPr>
              <a:t>Be treated in compliance with all non-disclosure and other obligations that apply. </a:t>
            </a:r>
          </a:p>
          <a:p>
            <a:pPr marL="0" indent="0" algn="l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Lato" panose="020F0502020204030203"/>
              </a:rPr>
              <a:t>If you have questions regarding these obligations, please review the governing confidentiality, non-disclosure, or similar agreement. </a:t>
            </a:r>
          </a:p>
          <a:p>
            <a:endParaRPr lang="en-US">
              <a:latin typeface="Lato" panose="020F0502020204030203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23A3D-B5D6-0DFE-1621-D7C5C6422A77}"/>
              </a:ext>
            </a:extLst>
          </p:cNvPr>
          <p:cNvSpPr/>
          <p:nvPr userDrawn="1"/>
        </p:nvSpPr>
        <p:spPr>
          <a:xfrm>
            <a:off x="4818250" y="6584773"/>
            <a:ext cx="255550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©2025 SkyWater Technology. Proprietary.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6A7E7-C4FB-5B91-E287-11A88B202C79}"/>
              </a:ext>
            </a:extLst>
          </p:cNvPr>
          <p:cNvSpPr/>
          <p:nvPr userDrawn="1"/>
        </p:nvSpPr>
        <p:spPr>
          <a:xfrm>
            <a:off x="1871" y="-7206"/>
            <a:ext cx="12192000" cy="57784"/>
          </a:xfrm>
          <a:prstGeom prst="rect">
            <a:avLst/>
          </a:prstGeom>
          <a:gradFill flip="none" rotWithShape="1">
            <a:gsLst>
              <a:gs pos="20000">
                <a:srgbClr val="35A3CE"/>
              </a:gs>
              <a:gs pos="0">
                <a:schemeClr val="accent1">
                  <a:lumMod val="40000"/>
                  <a:lumOff val="60000"/>
                </a:schemeClr>
              </a:gs>
              <a:gs pos="61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FD068-D3C7-F0A6-1B1F-39F24CEBA56D}"/>
              </a:ext>
            </a:extLst>
          </p:cNvPr>
          <p:cNvSpPr/>
          <p:nvPr userDrawn="1"/>
        </p:nvSpPr>
        <p:spPr>
          <a:xfrm>
            <a:off x="0" y="6802102"/>
            <a:ext cx="12192000" cy="57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8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Pictures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72A827D5-20CD-487E-BC8C-6E7A337DD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403" y="2870643"/>
            <a:ext cx="5489193" cy="1116713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E597ADDA-4DFE-4EE1-81FE-26208115B7FC}"/>
              </a:ext>
            </a:extLst>
          </p:cNvPr>
          <p:cNvSpPr/>
          <p:nvPr userDrawn="1"/>
        </p:nvSpPr>
        <p:spPr>
          <a:xfrm>
            <a:off x="0" y="-8107"/>
            <a:ext cx="12192000" cy="6858000"/>
          </a:xfrm>
          <a:prstGeom prst="rect">
            <a:avLst/>
          </a:prstGeom>
          <a:gradFill>
            <a:gsLst>
              <a:gs pos="0">
                <a:srgbClr val="068C9A">
                  <a:alpha val="84706"/>
                </a:srgbClr>
              </a:gs>
              <a:gs pos="59000">
                <a:srgbClr val="036087">
                  <a:lumMod val="89000"/>
                  <a:alpha val="85000"/>
                </a:srgbClr>
              </a:gs>
              <a:gs pos="83000">
                <a:srgbClr val="036087">
                  <a:alpha val="85000"/>
                  <a:lumMod val="72000"/>
                </a:srgbClr>
              </a:gs>
              <a:gs pos="100000">
                <a:srgbClr val="036087">
                  <a:alpha val="85000"/>
                  <a:lumMod val="59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29F0E9-3413-473D-9AFB-9F425240D7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9917" y="2465299"/>
            <a:ext cx="7693097" cy="1927401"/>
          </a:xfrm>
        </p:spPr>
        <p:txBody>
          <a:bodyPr anchor="ctr">
            <a:normAutofit/>
          </a:bodyPr>
          <a:lstStyle>
            <a:lvl1pPr algn="l">
              <a:defRPr sz="4400" b="0">
                <a:solidFill>
                  <a:schemeClr val="accent3"/>
                </a:solidFill>
                <a:latin typeface="Lato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Section Header</a:t>
            </a:r>
          </a:p>
        </p:txBody>
      </p:sp>
      <p:pic>
        <p:nvPicPr>
          <p:cNvPr id="10" name="Picture 9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FD467D4F-DA99-4DCA-A103-8E9B81C4A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18" y="5736740"/>
            <a:ext cx="2451486" cy="4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5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Pictures Contact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72A827D5-20CD-487E-BC8C-6E7A337DD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403" y="2870643"/>
            <a:ext cx="5489193" cy="1116713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E597ADDA-4DFE-4EE1-81FE-26208115B7FC}"/>
              </a:ext>
            </a:extLst>
          </p:cNvPr>
          <p:cNvSpPr/>
          <p:nvPr userDrawn="1"/>
        </p:nvSpPr>
        <p:spPr>
          <a:xfrm>
            <a:off x="0" y="-8107"/>
            <a:ext cx="12192000" cy="6858000"/>
          </a:xfrm>
          <a:prstGeom prst="rect">
            <a:avLst/>
          </a:prstGeom>
          <a:gradFill>
            <a:gsLst>
              <a:gs pos="0">
                <a:srgbClr val="068C9A">
                  <a:alpha val="84706"/>
                </a:srgbClr>
              </a:gs>
              <a:gs pos="59000">
                <a:srgbClr val="036087">
                  <a:lumMod val="89000"/>
                  <a:alpha val="85000"/>
                </a:srgbClr>
              </a:gs>
              <a:gs pos="83000">
                <a:srgbClr val="036087">
                  <a:alpha val="85000"/>
                  <a:lumMod val="72000"/>
                </a:srgbClr>
              </a:gs>
              <a:gs pos="100000">
                <a:srgbClr val="036087">
                  <a:alpha val="85000"/>
                  <a:lumMod val="59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DBA21-6856-445C-9139-85DC08B90726}"/>
              </a:ext>
            </a:extLst>
          </p:cNvPr>
          <p:cNvSpPr txBox="1"/>
          <p:nvPr userDrawn="1"/>
        </p:nvSpPr>
        <p:spPr>
          <a:xfrm>
            <a:off x="899917" y="2881034"/>
            <a:ext cx="737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i="0" u="none" strike="noStrike">
                <a:solidFill>
                  <a:schemeClr val="accent3"/>
                </a:solidFill>
                <a:effectLst/>
                <a:latin typeface="Lato"/>
              </a:rPr>
              <a:t>Are you working on an idea? Let’s talk.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i="0" u="none" strike="noStrike">
                <a:solidFill>
                  <a:schemeClr val="accent3"/>
                </a:solidFill>
                <a:effectLst/>
                <a:latin typeface="Lato"/>
              </a:rPr>
              <a:t>Get in touch today!</a:t>
            </a:r>
            <a:endParaRPr lang="en-US" sz="2400">
              <a:solidFill>
                <a:schemeClr val="accent3"/>
              </a:solidFill>
              <a:latin typeface="Lato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>
              <a:solidFill>
                <a:schemeClr val="bg1"/>
              </a:solidFill>
              <a:latin typeface="Lato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accent3"/>
                </a:solidFill>
                <a:latin typeface="Lato"/>
                <a:cs typeface="Arial" panose="020B0604020202020204" pitchFamily="34" charset="0"/>
              </a:rPr>
              <a:t>For more information:</a:t>
            </a:r>
            <a:br>
              <a:rPr lang="en-US" sz="2400">
                <a:solidFill>
                  <a:schemeClr val="accent3"/>
                </a:solidFill>
                <a:latin typeface="Lato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accent3"/>
                </a:solidFill>
                <a:latin typeface="Lato"/>
                <a:cs typeface="Arial" panose="020B0604020202020204" pitchFamily="34" charset="0"/>
              </a:rPr>
              <a:t>www.skywatertechnology.com</a:t>
            </a:r>
            <a:endParaRPr lang="en-US" sz="2400">
              <a:solidFill>
                <a:schemeClr val="accent3"/>
              </a:solidFill>
              <a:latin typeface="Lato"/>
              <a:cs typeface="Arial" panose="020B0604020202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04EB87A-98BB-4DC9-8948-81A6C894787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9917" y="977821"/>
            <a:ext cx="9191978" cy="45979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71046A1-073E-45F9-A4AA-820EBB5585A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9917" y="1448588"/>
            <a:ext cx="6545493" cy="45979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email@skywatertechnology.com</a:t>
            </a:r>
          </a:p>
        </p:txBody>
      </p:sp>
      <p:pic>
        <p:nvPicPr>
          <p:cNvPr id="2" name="Picture 1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47C344A5-C3ED-2A48-6944-48233D9CAE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918" y="5736740"/>
            <a:ext cx="2451486" cy="4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7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Pictures 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718DB7C-6A77-44FD-9C5E-6975E712AE7B}"/>
              </a:ext>
            </a:extLst>
          </p:cNvPr>
          <p:cNvSpPr/>
          <p:nvPr userDrawn="1"/>
        </p:nvSpPr>
        <p:spPr>
          <a:xfrm>
            <a:off x="0" y="-8107"/>
            <a:ext cx="3490231" cy="6858000"/>
          </a:xfrm>
          <a:prstGeom prst="rect">
            <a:avLst/>
          </a:prstGeom>
          <a:gradFill>
            <a:gsLst>
              <a:gs pos="0">
                <a:srgbClr val="068C9A">
                  <a:alpha val="84706"/>
                </a:srgbClr>
              </a:gs>
              <a:gs pos="59000">
                <a:srgbClr val="036087">
                  <a:lumMod val="89000"/>
                  <a:alpha val="85000"/>
                </a:srgbClr>
              </a:gs>
              <a:gs pos="83000">
                <a:srgbClr val="036087">
                  <a:alpha val="85000"/>
                  <a:lumMod val="72000"/>
                </a:srgbClr>
              </a:gs>
              <a:gs pos="100000">
                <a:srgbClr val="036087">
                  <a:alpha val="85000"/>
                  <a:lumMod val="59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Picture 15" descr="A large city landscape&#10;&#10;Description automatically generated">
            <a:extLst>
              <a:ext uri="{FF2B5EF4-FFF2-40B4-BE49-F238E27FC236}">
                <a16:creationId xmlns:a16="http://schemas.microsoft.com/office/drawing/2014/main" id="{FC54C598-6DF5-4DF3-9077-E211BD1E93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25409" y="-3"/>
            <a:ext cx="6666591" cy="2559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BA5183-3B37-4C04-B663-571808D725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0232" y="1638299"/>
            <a:ext cx="2227822" cy="1485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144419-BF9D-4DC8-9A91-BAA3566047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0232" y="0"/>
            <a:ext cx="2227822" cy="163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0E12C7-7DB8-4642-998F-FAEC133FB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8054" y="2532892"/>
            <a:ext cx="3073480" cy="2033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9CF34F-EFD0-42FE-A998-CB80E58C4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7186" y="4565913"/>
            <a:ext cx="4264814" cy="2292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73CE5E-6318-4731-9BAB-4161E05400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23787" y="2522721"/>
            <a:ext cx="2968213" cy="20431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844AC8-FC24-40DB-B119-0F64F9C332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90232" y="3124256"/>
            <a:ext cx="2227822" cy="14416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ADE954-0F18-46C2-A293-26589E08EA5D}"/>
              </a:ext>
            </a:extLst>
          </p:cNvPr>
          <p:cNvSpPr txBox="1"/>
          <p:nvPr userDrawn="1"/>
        </p:nvSpPr>
        <p:spPr>
          <a:xfrm>
            <a:off x="0" y="6196243"/>
            <a:ext cx="349023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www.skywatertechnology.com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E441C1-FF17-4A76-B927-A0E4FED5A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76114" y="4565912"/>
            <a:ext cx="4451071" cy="22920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CCE67B-D293-4A85-8AFA-6EB69C354B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21955" y="2522721"/>
            <a:ext cx="1521352" cy="2043190"/>
          </a:xfrm>
          <a:prstGeom prst="rect">
            <a:avLst/>
          </a:prstGeom>
        </p:spPr>
      </p:pic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B0EF4A18-7B24-4CE8-AD6C-E6FE7FADACEC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896" y="2559184"/>
            <a:ext cx="2116438" cy="153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4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Pictures 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72A827D5-20CD-487E-BC8C-6E7A337DD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403" y="2870643"/>
            <a:ext cx="5489193" cy="1116713"/>
          </a:xfrm>
          <a:prstGeom prst="rect">
            <a:avLst/>
          </a:prstGeom>
        </p:spPr>
      </p:pic>
      <p:sp>
        <p:nvSpPr>
          <p:cNvPr id="201" name="Rectangle 200">
            <a:extLst>
              <a:ext uri="{FF2B5EF4-FFF2-40B4-BE49-F238E27FC236}">
                <a16:creationId xmlns:a16="http://schemas.microsoft.com/office/drawing/2014/main" id="{E597ADDA-4DFE-4EE1-81FE-26208115B7FC}"/>
              </a:ext>
            </a:extLst>
          </p:cNvPr>
          <p:cNvSpPr/>
          <p:nvPr userDrawn="1"/>
        </p:nvSpPr>
        <p:spPr>
          <a:xfrm>
            <a:off x="0" y="-8107"/>
            <a:ext cx="12192000" cy="6858000"/>
          </a:xfrm>
          <a:prstGeom prst="rect">
            <a:avLst/>
          </a:prstGeom>
          <a:gradFill>
            <a:gsLst>
              <a:gs pos="0">
                <a:srgbClr val="068C9A">
                  <a:alpha val="84706"/>
                </a:srgbClr>
              </a:gs>
              <a:gs pos="59000">
                <a:srgbClr val="036087">
                  <a:lumMod val="89000"/>
                  <a:alpha val="85000"/>
                </a:srgbClr>
              </a:gs>
              <a:gs pos="83000">
                <a:srgbClr val="036087">
                  <a:alpha val="85000"/>
                  <a:lumMod val="72000"/>
                </a:srgbClr>
              </a:gs>
              <a:gs pos="100000">
                <a:srgbClr val="036087">
                  <a:alpha val="85000"/>
                  <a:lumMod val="59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554F5BA7-7888-479F-B61B-1BA730246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644" y="2980752"/>
            <a:ext cx="4406710" cy="89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0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its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B531F09-B8A5-4A57-AF42-BF5D5D982CCA}"/>
              </a:ext>
            </a:extLst>
          </p:cNvPr>
          <p:cNvGrpSpPr/>
          <p:nvPr userDrawn="1"/>
        </p:nvGrpSpPr>
        <p:grpSpPr>
          <a:xfrm>
            <a:off x="0" y="0"/>
            <a:ext cx="12191999" cy="6858000"/>
            <a:chOff x="-1" y="0"/>
            <a:chExt cx="12191999" cy="6858000"/>
          </a:xfrm>
        </p:grpSpPr>
        <p:pic>
          <p:nvPicPr>
            <p:cNvPr id="8" name="Picture 7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65910B81-8B91-4A82-AFE9-29A956664E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" y="0"/>
              <a:ext cx="12191999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AD9CFA-33DF-4FC9-A717-81276826AE7A}"/>
                </a:ext>
              </a:extLst>
            </p:cNvPr>
            <p:cNvSpPr/>
            <p:nvPr userDrawn="1"/>
          </p:nvSpPr>
          <p:spPr>
            <a:xfrm>
              <a:off x="8842786" y="2463501"/>
              <a:ext cx="2646381" cy="2033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91771BD9-91AC-47D0-9FDE-7CF82B020F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41677" y="2679172"/>
              <a:ext cx="2201158" cy="1601851"/>
            </a:xfrm>
            <a:prstGeom prst="rect">
              <a:avLst/>
            </a:prstGeom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84D7E86-E6CE-4397-A6D1-E56F8344F0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1225" y="2125148"/>
            <a:ext cx="6727214" cy="1340486"/>
          </a:xfrm>
        </p:spPr>
        <p:txBody>
          <a:bodyPr>
            <a:no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13FC96D-F15C-42A1-B50A-BCC57581214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24" y="3694234"/>
            <a:ext cx="6727214" cy="147955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9745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its Title 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B531F09-B8A5-4A57-AF42-BF5D5D982CCA}"/>
              </a:ext>
            </a:extLst>
          </p:cNvPr>
          <p:cNvGrpSpPr/>
          <p:nvPr userDrawn="1"/>
        </p:nvGrpSpPr>
        <p:grpSpPr>
          <a:xfrm>
            <a:off x="0" y="0"/>
            <a:ext cx="12191999" cy="6858000"/>
            <a:chOff x="-1" y="0"/>
            <a:chExt cx="12191999" cy="6858000"/>
          </a:xfrm>
        </p:grpSpPr>
        <p:pic>
          <p:nvPicPr>
            <p:cNvPr id="8" name="Picture 7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65910B81-8B91-4A82-AFE9-29A956664E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" y="0"/>
              <a:ext cx="12191999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AD9CFA-33DF-4FC9-A717-81276826AE7A}"/>
                </a:ext>
              </a:extLst>
            </p:cNvPr>
            <p:cNvSpPr/>
            <p:nvPr userDrawn="1"/>
          </p:nvSpPr>
          <p:spPr>
            <a:xfrm>
              <a:off x="8842786" y="2463501"/>
              <a:ext cx="2646381" cy="2033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91771BD9-91AC-47D0-9FDE-7CF82B020F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41677" y="2679172"/>
              <a:ext cx="2201158" cy="1601851"/>
            </a:xfrm>
            <a:prstGeom prst="rect">
              <a:avLst/>
            </a:prstGeom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84D7E86-E6CE-4397-A6D1-E56F8344F0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1225" y="2125148"/>
            <a:ext cx="6727214" cy="1340486"/>
          </a:xfrm>
        </p:spPr>
        <p:txBody>
          <a:bodyPr>
            <a:no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13FC96D-F15C-42A1-B50A-BCC57581214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24" y="3694234"/>
            <a:ext cx="6727214" cy="147955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09474-A124-6A9A-1728-C8FCBA82536A}"/>
              </a:ext>
            </a:extLst>
          </p:cNvPr>
          <p:cNvSpPr/>
          <p:nvPr userDrawn="1"/>
        </p:nvSpPr>
        <p:spPr>
          <a:xfrm>
            <a:off x="1001224" y="5814483"/>
            <a:ext cx="2333937" cy="486505"/>
          </a:xfrm>
          <a:prstGeom prst="roundRect">
            <a:avLst>
              <a:gd name="adj" fmla="val 6128"/>
            </a:avLst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3"/>
                </a:solidFill>
              </a:rPr>
              <a:t>NDA Required</a:t>
            </a:r>
          </a:p>
        </p:txBody>
      </p:sp>
    </p:spTree>
    <p:extLst>
      <p:ext uri="{BB962C8B-B14F-4D97-AF65-F5344CB8AC3E}">
        <p14:creationId xmlns:p14="http://schemas.microsoft.com/office/powerpoint/2010/main" val="17114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its Title In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B531F09-B8A5-4A57-AF42-BF5D5D982CCA}"/>
              </a:ext>
            </a:extLst>
          </p:cNvPr>
          <p:cNvGrpSpPr/>
          <p:nvPr userDrawn="1"/>
        </p:nvGrpSpPr>
        <p:grpSpPr>
          <a:xfrm>
            <a:off x="0" y="0"/>
            <a:ext cx="12191999" cy="6858000"/>
            <a:chOff x="-1" y="0"/>
            <a:chExt cx="12191999" cy="6858000"/>
          </a:xfrm>
        </p:grpSpPr>
        <p:pic>
          <p:nvPicPr>
            <p:cNvPr id="8" name="Picture 7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65910B81-8B91-4A82-AFE9-29A956664E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" y="0"/>
              <a:ext cx="12191999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AD9CFA-33DF-4FC9-A717-81276826AE7A}"/>
                </a:ext>
              </a:extLst>
            </p:cNvPr>
            <p:cNvSpPr/>
            <p:nvPr userDrawn="1"/>
          </p:nvSpPr>
          <p:spPr>
            <a:xfrm>
              <a:off x="8842786" y="2463501"/>
              <a:ext cx="2646381" cy="2033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91771BD9-91AC-47D0-9FDE-7CF82B020F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41677" y="2679172"/>
              <a:ext cx="2201158" cy="1601851"/>
            </a:xfrm>
            <a:prstGeom prst="rect">
              <a:avLst/>
            </a:prstGeom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84D7E86-E6CE-4397-A6D1-E56F8344F0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1225" y="2125148"/>
            <a:ext cx="6727214" cy="1340486"/>
          </a:xfrm>
        </p:spPr>
        <p:txBody>
          <a:bodyPr>
            <a:no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13FC96D-F15C-42A1-B50A-BCC57581214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24" y="3694234"/>
            <a:ext cx="6727214" cy="147955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09474-A124-6A9A-1728-C8FCBA82536A}"/>
              </a:ext>
            </a:extLst>
          </p:cNvPr>
          <p:cNvSpPr/>
          <p:nvPr userDrawn="1"/>
        </p:nvSpPr>
        <p:spPr>
          <a:xfrm>
            <a:off x="1001224" y="5814483"/>
            <a:ext cx="2333937" cy="486505"/>
          </a:xfrm>
          <a:prstGeom prst="roundRect">
            <a:avLst>
              <a:gd name="adj" fmla="val 6128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3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76624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its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73633-F41C-42C1-8B75-8D45B37CD7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6" y="414"/>
            <a:ext cx="12192736" cy="685758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FBA301D-8A2E-42AE-B086-85F6B6C2A4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9917" y="2465299"/>
            <a:ext cx="7693097" cy="1927401"/>
          </a:xfrm>
        </p:spPr>
        <p:txBody>
          <a:bodyPr anchor="ctr">
            <a:normAutofit/>
          </a:bodyPr>
          <a:lstStyle>
            <a:lvl1pPr algn="l">
              <a:defRPr sz="4400" b="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Section Header</a:t>
            </a:r>
          </a:p>
        </p:txBody>
      </p:sp>
      <p:pic>
        <p:nvPicPr>
          <p:cNvPr id="2" name="Picture 1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3F826F3B-844F-96F5-83D7-B775AE666E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133" y="5688729"/>
            <a:ext cx="2880725" cy="5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54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its 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73633-F41C-42C1-8B75-8D45B37CD7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6" y="414"/>
            <a:ext cx="12192736" cy="685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878D7-53EB-4F31-9AA7-620F481C8280}"/>
              </a:ext>
            </a:extLst>
          </p:cNvPr>
          <p:cNvSpPr txBox="1"/>
          <p:nvPr userDrawn="1"/>
        </p:nvSpPr>
        <p:spPr>
          <a:xfrm>
            <a:off x="917009" y="3055392"/>
            <a:ext cx="73779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i="0" u="none" strike="noStrike">
                <a:solidFill>
                  <a:schemeClr val="accent3"/>
                </a:solidFill>
                <a:effectLst/>
                <a:latin typeface="Lato"/>
              </a:rPr>
              <a:t>Are you working on an idea? Let’s talk.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i="0" u="none" strike="noStrike">
                <a:solidFill>
                  <a:schemeClr val="accent3"/>
                </a:solidFill>
                <a:effectLst/>
                <a:latin typeface="Lato"/>
              </a:rPr>
              <a:t>Get in touch today!</a:t>
            </a:r>
            <a:endParaRPr lang="en-US" sz="2400">
              <a:solidFill>
                <a:schemeClr val="accent3"/>
              </a:solidFill>
              <a:latin typeface="Lato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>
              <a:solidFill>
                <a:schemeClr val="bg1"/>
              </a:solidFill>
              <a:latin typeface="Lato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Lato"/>
                <a:cs typeface="Arial" panose="020B0604020202020204" pitchFamily="34" charset="0"/>
              </a:rPr>
              <a:t>For more information:</a:t>
            </a:r>
            <a:br>
              <a:rPr lang="en-US" sz="2400">
                <a:solidFill>
                  <a:schemeClr val="bg1"/>
                </a:solidFill>
                <a:latin typeface="Lato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/>
                </a:solidFill>
                <a:latin typeface="Lato"/>
                <a:cs typeface="Arial" panose="020B0604020202020204" pitchFamily="34" charset="0"/>
              </a:rPr>
              <a:t>www.skywatertechnology.com</a:t>
            </a:r>
            <a:endParaRPr lang="en-US" sz="2400">
              <a:solidFill>
                <a:schemeClr val="bg1"/>
              </a:solidFill>
              <a:latin typeface="Lato"/>
              <a:cs typeface="Arial" panose="020B0604020202020204" pitchFamily="34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42DF50F-688E-4DED-81B4-414B8E04609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9917" y="1152179"/>
            <a:ext cx="9191978" cy="45979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Name,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120D3B0-E912-468F-9C91-DDC48945323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9917" y="1622946"/>
            <a:ext cx="6545493" cy="45979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Lato"/>
                <a:cs typeface="Arial" panose="020B0604020202020204" pitchFamily="34" charset="0"/>
              </a:defRPr>
            </a:lvl1pPr>
            <a:lvl2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email@skywatertechnology.com</a:t>
            </a:r>
          </a:p>
        </p:txBody>
      </p:sp>
      <p:pic>
        <p:nvPicPr>
          <p:cNvPr id="9" name="Picture 8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3414A62C-9B82-414B-9DB5-6C7A423104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133" y="5688729"/>
            <a:ext cx="2880725" cy="5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49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its 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52023-4FAD-175E-A624-4BDE2A2847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6" y="414"/>
            <a:ext cx="12192736" cy="6857586"/>
          </a:xfrm>
          <a:prstGeom prst="rect">
            <a:avLst/>
          </a:prstGeom>
        </p:spPr>
      </p:pic>
      <p:pic>
        <p:nvPicPr>
          <p:cNvPr id="16" name="Picture 15" descr="A large city landscape&#10;&#10;Description automatically generated">
            <a:extLst>
              <a:ext uri="{FF2B5EF4-FFF2-40B4-BE49-F238E27FC236}">
                <a16:creationId xmlns:a16="http://schemas.microsoft.com/office/drawing/2014/main" id="{FC54C598-6DF5-4DF3-9077-E211BD1E93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25409" y="-3"/>
            <a:ext cx="6666591" cy="2559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BA5183-3B37-4C04-B663-571808D725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0232" y="1638299"/>
            <a:ext cx="2227822" cy="1485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144419-BF9D-4DC8-9A91-BAA3566047A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0232" y="0"/>
            <a:ext cx="2227822" cy="163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0E12C7-7DB8-4642-998F-FAEC133FB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8054" y="2532892"/>
            <a:ext cx="3073480" cy="2033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9CF34F-EFD0-42FE-A998-CB80E58C4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7186" y="4565913"/>
            <a:ext cx="4264814" cy="2292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73CE5E-6318-4731-9BAB-4161E05400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23787" y="2522721"/>
            <a:ext cx="2968213" cy="20431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844AC8-FC24-40DB-B119-0F64F9C332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90232" y="3124256"/>
            <a:ext cx="2227822" cy="14416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ADE954-0F18-46C2-A293-26589E08EA5D}"/>
              </a:ext>
            </a:extLst>
          </p:cNvPr>
          <p:cNvSpPr txBox="1"/>
          <p:nvPr userDrawn="1"/>
        </p:nvSpPr>
        <p:spPr>
          <a:xfrm>
            <a:off x="0" y="6196243"/>
            <a:ext cx="349023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www.skywatertechnology.com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E441C1-FF17-4A76-B927-A0E4FED5A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76114" y="4565912"/>
            <a:ext cx="4451071" cy="22920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CCE67B-D293-4A85-8AFA-6EB69C354B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21955" y="2522721"/>
            <a:ext cx="1521352" cy="2043190"/>
          </a:xfrm>
          <a:prstGeom prst="rect">
            <a:avLst/>
          </a:prstGeom>
        </p:spPr>
      </p:pic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B0EF4A18-7B24-4CE8-AD6C-E6FE7FADACE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896" y="2559184"/>
            <a:ext cx="2116438" cy="153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86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uits 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73633-F41C-42C1-8B75-8D45B37CD7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561" y="0"/>
            <a:ext cx="12192736" cy="6857586"/>
          </a:xfrm>
          <a:prstGeom prst="rect">
            <a:avLst/>
          </a:prstGeom>
        </p:spPr>
      </p:pic>
      <p:grpSp>
        <p:nvGrpSpPr>
          <p:cNvPr id="502" name="Group 501">
            <a:extLst>
              <a:ext uri="{FF2B5EF4-FFF2-40B4-BE49-F238E27FC236}">
                <a16:creationId xmlns:a16="http://schemas.microsoft.com/office/drawing/2014/main" id="{51992CB4-1FB3-41D8-840D-0C1820579A94}"/>
              </a:ext>
            </a:extLst>
          </p:cNvPr>
          <p:cNvGrpSpPr/>
          <p:nvPr userDrawn="1"/>
        </p:nvGrpSpPr>
        <p:grpSpPr>
          <a:xfrm>
            <a:off x="251927" y="-1514186"/>
            <a:ext cx="12119490" cy="749074"/>
            <a:chOff x="210154" y="622526"/>
            <a:chExt cx="10529437" cy="65079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4010665-6135-4994-AF7D-34943DCB0BCE}"/>
                </a:ext>
              </a:extLst>
            </p:cNvPr>
            <p:cNvGrpSpPr/>
            <p:nvPr userDrawn="1"/>
          </p:nvGrpSpPr>
          <p:grpSpPr>
            <a:xfrm>
              <a:off x="210154" y="622526"/>
              <a:ext cx="1290134" cy="650797"/>
              <a:chOff x="497660" y="1318592"/>
              <a:chExt cx="884549" cy="44620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A573669-B3A0-440A-87F3-0A0173B0965C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D7F4B566-649B-407C-B55B-C29A77448B9C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816A34FF-2CF0-4794-BF40-3C6A353D63C8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F030C607-5918-42EA-8CA8-87F9B012275C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B7502F64-5469-47F9-B792-6B6B8497160E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1B3EB074-B911-48B8-BBA8-62B2FE6FBD72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6685C283-0BF2-44C5-AEDC-463BD77CE9F2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CDBBAEC6-7E96-4110-845C-C2C321F2C2D5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548C5F9B-27EF-4409-85B7-561D969D037F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9EC68444-BE1F-4013-8580-3E3325A01483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500A80D5-50F4-4778-9AFE-019E6240A28D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Oval 313">
                  <a:extLst>
                    <a:ext uri="{FF2B5EF4-FFF2-40B4-BE49-F238E27FC236}">
                      <a16:creationId xmlns:a16="http://schemas.microsoft.com/office/drawing/2014/main" id="{630B3D4F-CBC3-4424-909D-1E89975C5C6C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D1449934-445E-4AE5-A618-856A4FF77FA7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96F3EDF0-4F3D-4688-B069-42E71E030EC1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DCC195E4-3CE4-445D-ABD2-E58101A7AAAE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190BA17A-8A00-4D51-9303-8EBC39D5F3D8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719CFB33-E867-4726-B891-01C466C72A23}"/>
                  </a:ext>
                </a:extLst>
              </p:cNvPr>
              <p:cNvGrpSpPr/>
              <p:nvPr userDrawn="1"/>
            </p:nvGrpSpPr>
            <p:grpSpPr>
              <a:xfrm>
                <a:off x="11072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6DE7A260-7CB5-4A9B-A96A-10F5F657AA73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1981A057-61A3-4F77-9E76-32C42633F864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2" name="Oval 321">
                  <a:extLst>
                    <a:ext uri="{FF2B5EF4-FFF2-40B4-BE49-F238E27FC236}">
                      <a16:creationId xmlns:a16="http://schemas.microsoft.com/office/drawing/2014/main" id="{3C2E35DD-D8AE-408F-B0EB-9E38A45E50B4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5BF62F2F-BE7C-4B22-AFCC-B300110E58E8}"/>
                  </a:ext>
                </a:extLst>
              </p:cNvPr>
              <p:cNvGrpSpPr/>
              <p:nvPr userDrawn="1"/>
            </p:nvGrpSpPr>
            <p:grpSpPr>
              <a:xfrm>
                <a:off x="1259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id="{BF74168C-8D82-4745-9C3F-DF72C0DA2FA8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3E101626-99E2-4257-B1E3-99CB597156F5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09F0C62A-6092-4590-835D-DA430ED6C1A9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2F352DB7-1A8B-48A2-9FAF-9ECD905F3DE2}"/>
                </a:ext>
              </a:extLst>
            </p:cNvPr>
            <p:cNvGrpSpPr/>
            <p:nvPr userDrawn="1"/>
          </p:nvGrpSpPr>
          <p:grpSpPr>
            <a:xfrm>
              <a:off x="1530054" y="622526"/>
              <a:ext cx="1290134" cy="650797"/>
              <a:chOff x="497660" y="1318592"/>
              <a:chExt cx="884549" cy="446203"/>
            </a:xfrm>
          </p:grpSpPr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12367430-B3D3-4654-85D7-3199CCA05885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353C89A7-A7DE-49B3-A94C-CEBF1FA65E36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129DA556-7598-4F98-870F-210F057BCFA0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3A9D5BD9-5933-4A15-9FDE-B1EA6FE4FE75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BA9F9802-4D8A-424E-9C1E-044AF2D0267D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E4FAFF41-E1B1-44D9-A4DE-54A0FC35D7E4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B9603C44-8CEE-473E-80DC-EB6483671138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C305DD58-4649-4A21-B5C1-254A1BCB1929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39801BAF-C2CC-4FDD-9D25-EC9A53536B10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CE6D3BB3-E58E-4EDB-A204-A92B657EB8F6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D8D6939C-705A-4431-9A2E-07F9DD8AF638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4D2ABB7B-8E8A-4E45-884E-3A94D4BEDAB5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32C170BD-4D01-4D87-AECB-46B38755431E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AC9855A0-BFE2-4397-917B-78A3A8CE9AC7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1FA6E246-D317-4E84-8856-0C82E6F885C4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A8D1A27D-B722-44F6-8D66-3B91281BDE48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D6D2A246-8F4C-4574-A473-5203FA766037}"/>
                  </a:ext>
                </a:extLst>
              </p:cNvPr>
              <p:cNvGrpSpPr/>
              <p:nvPr userDrawn="1"/>
            </p:nvGrpSpPr>
            <p:grpSpPr>
              <a:xfrm>
                <a:off x="11072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FD6695E6-DD42-4FF8-B5F8-FD4D8F393570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79DFA189-DF33-49A8-9D19-421D046EA138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0FA06052-3DE0-4032-93E0-AA27C08B5BC8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AE69CA3C-3DA5-4F49-8D41-46B3E2F80A7F}"/>
                  </a:ext>
                </a:extLst>
              </p:cNvPr>
              <p:cNvGrpSpPr/>
              <p:nvPr userDrawn="1"/>
            </p:nvGrpSpPr>
            <p:grpSpPr>
              <a:xfrm>
                <a:off x="1259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1E22C6F9-4B04-4F8C-99A9-69A060305484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AEFD005D-63F0-4585-A5D1-B295CFD5FC9E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5FCF5893-A48B-499D-936E-E22C7D5FB080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376548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48E91F91-B71F-43F3-B4A3-8B00EB60A717}"/>
                </a:ext>
              </a:extLst>
            </p:cNvPr>
            <p:cNvGrpSpPr/>
            <p:nvPr userDrawn="1"/>
          </p:nvGrpSpPr>
          <p:grpSpPr>
            <a:xfrm>
              <a:off x="2849954" y="622526"/>
              <a:ext cx="1290134" cy="650797"/>
              <a:chOff x="497660" y="1318592"/>
              <a:chExt cx="884549" cy="446203"/>
            </a:xfrm>
          </p:grpSpPr>
          <p:grpSp>
            <p:nvGrpSpPr>
              <p:cNvPr id="353" name="Group 352">
                <a:extLst>
                  <a:ext uri="{FF2B5EF4-FFF2-40B4-BE49-F238E27FC236}">
                    <a16:creationId xmlns:a16="http://schemas.microsoft.com/office/drawing/2014/main" id="{35D28A08-E3D5-4940-8EC2-39D7E56332DD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B6EDD8E9-ABB6-44A2-BF31-531D156C4BDE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CD4E87BE-387C-40A5-BCC6-A71CBC55906D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4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73539AAF-1E01-4C59-BFED-0121A84C7482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3A26FF52-A40A-45E7-A041-B130239EF3B0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61CFB0D4-7D74-4998-B6C9-53EBFF44B0EF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B18A11DE-60F1-4BB3-B9B6-7B56D53649C7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1C5D4CFB-CD99-4F13-AD98-BE523C7418FB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A2B466A7-02D1-4D7D-B2A2-A0AB30AF8AE4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FE10A5B3-9E96-427C-9471-9392B6093B10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2BDC9D4C-60EA-4844-95AE-CCCE8BE62489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8C56FF6E-FC9D-4B98-98D1-F01954259A36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6" name="Group 355">
                <a:extLst>
                  <a:ext uri="{FF2B5EF4-FFF2-40B4-BE49-F238E27FC236}">
                    <a16:creationId xmlns:a16="http://schemas.microsoft.com/office/drawing/2014/main" id="{B369A03D-B3B6-4D29-BDBD-F2629EC8098D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BBC27D91-3028-4AEC-BE87-0CF8F8305222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0673A2F0-19B3-4DC6-99FD-53721A6CD76B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E4F73451-BA47-4647-BBB8-414D1ECC48C6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036BFC51-6035-42A9-8D0F-2A9D897E734F}"/>
                  </a:ext>
                </a:extLst>
              </p:cNvPr>
              <p:cNvGrpSpPr/>
              <p:nvPr userDrawn="1"/>
            </p:nvGrpSpPr>
            <p:grpSpPr>
              <a:xfrm>
                <a:off x="11072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EF77256E-2744-418A-8DA7-931357AFCF2B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260B565A-EC98-45D6-AF3E-C6F0FC578BA5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A8B82CE5-0772-4D62-8742-6C13DFC2034F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DA0BFC5F-87FE-4890-A2F1-6E911B5FEF9E}"/>
                  </a:ext>
                </a:extLst>
              </p:cNvPr>
              <p:cNvGrpSpPr/>
              <p:nvPr userDrawn="1"/>
            </p:nvGrpSpPr>
            <p:grpSpPr>
              <a:xfrm>
                <a:off x="1259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B4288B91-98BE-4B82-B5DA-61F1A327358E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5F20890A-B4D0-4B42-BCFC-EA5C6BA93C85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F853E150-07F2-4B4C-A0BC-8A829FED6F7B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CD9D1D85-B89B-4166-9382-62C31B9AC7E8}"/>
                </a:ext>
              </a:extLst>
            </p:cNvPr>
            <p:cNvGrpSpPr/>
            <p:nvPr userDrawn="1"/>
          </p:nvGrpSpPr>
          <p:grpSpPr>
            <a:xfrm>
              <a:off x="4169854" y="622526"/>
              <a:ext cx="1290134" cy="650797"/>
              <a:chOff x="497660" y="1318592"/>
              <a:chExt cx="884549" cy="446203"/>
            </a:xfrm>
          </p:grpSpPr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065FAB7F-B513-4A4C-8519-BBBF61405E78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07D6DB1A-1C47-4CA9-AA20-2A7343764225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CF5B4DC6-0455-43FA-AB32-53C709F4BF11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4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F96B72FC-8BB0-48C0-9F05-51C169A433B4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79" name="Group 378">
                <a:extLst>
                  <a:ext uri="{FF2B5EF4-FFF2-40B4-BE49-F238E27FC236}">
                    <a16:creationId xmlns:a16="http://schemas.microsoft.com/office/drawing/2014/main" id="{48A9CB50-D16C-4745-B23B-A28A95E9CBE6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62A03CD8-73B5-4F72-BB93-CFBD80CA7CE1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CA739136-B7EA-4544-B4B0-E3CBF158614B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0E64B55B-8F89-4779-B56F-8EAB829EC953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0" name="Group 379">
                <a:extLst>
                  <a:ext uri="{FF2B5EF4-FFF2-40B4-BE49-F238E27FC236}">
                    <a16:creationId xmlns:a16="http://schemas.microsoft.com/office/drawing/2014/main" id="{6BE43C43-7015-47C3-8EAD-B5947C6494F1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318262FA-AA8E-4313-872B-5CA1B8E46079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36786497-E0AD-4EC8-AC60-12543AFDFC3D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47483C89-DB19-48D1-A964-1BB326508F6D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416C58FB-1215-4802-BAB7-C067BB6EC907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7899DB3-76E3-49FB-A6DC-579F74B1937C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E5330E4A-D383-4CDA-B29A-BEFA089D4C05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42437682-2381-4173-96F7-DD352781C04A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2" name="Group 381">
                <a:extLst>
                  <a:ext uri="{FF2B5EF4-FFF2-40B4-BE49-F238E27FC236}">
                    <a16:creationId xmlns:a16="http://schemas.microsoft.com/office/drawing/2014/main" id="{B7E08666-4335-4A27-9F19-D5209B256655}"/>
                  </a:ext>
                </a:extLst>
              </p:cNvPr>
              <p:cNvGrpSpPr/>
              <p:nvPr userDrawn="1"/>
            </p:nvGrpSpPr>
            <p:grpSpPr>
              <a:xfrm>
                <a:off x="11072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4C14FA74-2DC1-41F4-88FB-14C642C70BC3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382DE1C3-4207-4129-A87E-2B3FEFF7688F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AC3944A4-D345-4502-BCD6-D0FEC7A7CE2A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3A0DBB15-9C42-490F-AB41-A68CEEBB82A5}"/>
                  </a:ext>
                </a:extLst>
              </p:cNvPr>
              <p:cNvGrpSpPr/>
              <p:nvPr userDrawn="1"/>
            </p:nvGrpSpPr>
            <p:grpSpPr>
              <a:xfrm>
                <a:off x="1259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50A7160E-0734-4B4C-98A5-665CCDB19A9B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C5EA5231-C8C0-4657-8A87-0CC684073060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C6C538C9-8D8D-4747-B542-43B71B4205B1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26635C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DBD335CF-C002-4896-B711-B6CE2C86F3C9}"/>
                </a:ext>
              </a:extLst>
            </p:cNvPr>
            <p:cNvGrpSpPr/>
            <p:nvPr userDrawn="1"/>
          </p:nvGrpSpPr>
          <p:grpSpPr>
            <a:xfrm>
              <a:off x="5489754" y="622526"/>
              <a:ext cx="1290134" cy="650797"/>
              <a:chOff x="497660" y="1318592"/>
              <a:chExt cx="884549" cy="446203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8D33B023-4BCC-4B3C-930E-CCDE9400B564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975A3F0C-E062-45D9-8E18-B1FDEEDDC616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892BF204-0EB6-4AD7-9F7A-0064CCC42A18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4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62AECF05-6023-487A-B5D8-755FA77536BE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433BEDEB-8A86-4AC8-8390-A8762049CA46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7BF033CF-76D6-4F0C-8213-C6CD377780AB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CFE64165-B5C6-4C91-9D7A-EAA9E4711A55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8D58F123-433E-4AE7-A9A2-38A3C4CE571F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5" name="Group 404">
                <a:extLst>
                  <a:ext uri="{FF2B5EF4-FFF2-40B4-BE49-F238E27FC236}">
                    <a16:creationId xmlns:a16="http://schemas.microsoft.com/office/drawing/2014/main" id="{2105598E-C297-4432-B136-0CC8E7A6DD24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85CA7A75-BBF1-4732-8483-24B9E024F5C4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17A5AF93-74AA-4129-ABD5-648529FA3FE5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B2447DDC-DDC0-4850-9355-C41496BD9E5B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6" name="Group 405">
                <a:extLst>
                  <a:ext uri="{FF2B5EF4-FFF2-40B4-BE49-F238E27FC236}">
                    <a16:creationId xmlns:a16="http://schemas.microsoft.com/office/drawing/2014/main" id="{5E990E9F-6416-450C-AE15-7A4F4C74B466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3E157F1C-19F1-45C4-88C2-F52DC923DD71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DF78706B-7D83-4A15-B8D1-837588E48C1E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C7B6C2D5-0628-47EB-AA83-C3A7BC2912CE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7" name="Group 406">
                <a:extLst>
                  <a:ext uri="{FF2B5EF4-FFF2-40B4-BE49-F238E27FC236}">
                    <a16:creationId xmlns:a16="http://schemas.microsoft.com/office/drawing/2014/main" id="{C78FCFFA-CBD5-4403-8DCD-B173B258DC4D}"/>
                  </a:ext>
                </a:extLst>
              </p:cNvPr>
              <p:cNvGrpSpPr/>
              <p:nvPr userDrawn="1"/>
            </p:nvGrpSpPr>
            <p:grpSpPr>
              <a:xfrm>
                <a:off x="11072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8C439FBB-01E5-4A3E-804D-C366A2E3318A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4FB8791E-BF6A-477C-9FEC-AEDA1E752614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61865A49-CCD3-4F39-942F-D6288DB3ABEA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8" name="Group 407">
                <a:extLst>
                  <a:ext uri="{FF2B5EF4-FFF2-40B4-BE49-F238E27FC236}">
                    <a16:creationId xmlns:a16="http://schemas.microsoft.com/office/drawing/2014/main" id="{528B7222-4058-49E2-A7F2-B2F05E4C057A}"/>
                  </a:ext>
                </a:extLst>
              </p:cNvPr>
              <p:cNvGrpSpPr/>
              <p:nvPr userDrawn="1"/>
            </p:nvGrpSpPr>
            <p:grpSpPr>
              <a:xfrm>
                <a:off x="1259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64EA17EC-C998-4318-AF84-71B74D2C1B6D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7253B28C-92D0-4B8E-86C3-DD24119624AE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F8150350-AC36-4FFF-8C56-9E044A5DC759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13565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27" name="Group 426">
              <a:extLst>
                <a:ext uri="{FF2B5EF4-FFF2-40B4-BE49-F238E27FC236}">
                  <a16:creationId xmlns:a16="http://schemas.microsoft.com/office/drawing/2014/main" id="{AE4AE775-1B4D-40AE-AD3F-F841D389313F}"/>
                </a:ext>
              </a:extLst>
            </p:cNvPr>
            <p:cNvGrpSpPr/>
            <p:nvPr userDrawn="1"/>
          </p:nvGrpSpPr>
          <p:grpSpPr>
            <a:xfrm>
              <a:off x="6809654" y="622526"/>
              <a:ext cx="1290134" cy="650797"/>
              <a:chOff x="497660" y="1318592"/>
              <a:chExt cx="884549" cy="446203"/>
            </a:xfrm>
          </p:grpSpPr>
          <p:grpSp>
            <p:nvGrpSpPr>
              <p:cNvPr id="428" name="Group 427">
                <a:extLst>
                  <a:ext uri="{FF2B5EF4-FFF2-40B4-BE49-F238E27FC236}">
                    <a16:creationId xmlns:a16="http://schemas.microsoft.com/office/drawing/2014/main" id="{2D831F4B-0C7E-40E5-9B72-F81F1561FB13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77F8285D-187B-4239-A44E-8ED033DE8F0C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CD7E33F9-6B8B-4C56-B7C7-2E22FF40E02D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8BA45784-C6D7-4796-B729-85D5342AEFB5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29" name="Group 428">
                <a:extLst>
                  <a:ext uri="{FF2B5EF4-FFF2-40B4-BE49-F238E27FC236}">
                    <a16:creationId xmlns:a16="http://schemas.microsoft.com/office/drawing/2014/main" id="{6569697D-1DBC-4A35-A963-C40E90626501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963825C0-08FD-4735-A6D7-A8B8AB0F0EC9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1CC27580-EF41-45DB-8F80-309434B8086E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59570173-7CCD-4C4A-B650-4902634FEDC6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0" name="Group 429">
                <a:extLst>
                  <a:ext uri="{FF2B5EF4-FFF2-40B4-BE49-F238E27FC236}">
                    <a16:creationId xmlns:a16="http://schemas.microsoft.com/office/drawing/2014/main" id="{861CEA60-4F55-4E4C-955C-35616999B78D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48EEC156-B86D-499E-85C3-B31AB2819312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4DAF2F03-6F97-4211-A2D1-060247B280F8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562DB83F-0AB4-457C-9EFB-7E87BD083249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1" name="Group 430">
                <a:extLst>
                  <a:ext uri="{FF2B5EF4-FFF2-40B4-BE49-F238E27FC236}">
                    <a16:creationId xmlns:a16="http://schemas.microsoft.com/office/drawing/2014/main" id="{72F76EA9-C462-45DB-A4A7-9029534C948F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3396BEC7-EEFB-4C45-B160-E4576EB46C96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5EC6AF7F-EF0D-4B09-AEF0-A8394C26C387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8C61D18A-4A70-4444-9946-42D0E233DE03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2" name="Group 431">
                <a:extLst>
                  <a:ext uri="{FF2B5EF4-FFF2-40B4-BE49-F238E27FC236}">
                    <a16:creationId xmlns:a16="http://schemas.microsoft.com/office/drawing/2014/main" id="{E8997103-D186-4D5F-B7F6-0A713D65FE2C}"/>
                  </a:ext>
                </a:extLst>
              </p:cNvPr>
              <p:cNvGrpSpPr/>
              <p:nvPr userDrawn="1"/>
            </p:nvGrpSpPr>
            <p:grpSpPr>
              <a:xfrm>
                <a:off x="11072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9F563224-4CBF-4B29-AF28-5930AA772B40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466E3D09-C61E-43A1-A8C6-0FAF9F38F0BB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C0521A20-ACF1-4657-B386-5B18A4613B0B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3" name="Group 432">
                <a:extLst>
                  <a:ext uri="{FF2B5EF4-FFF2-40B4-BE49-F238E27FC236}">
                    <a16:creationId xmlns:a16="http://schemas.microsoft.com/office/drawing/2014/main" id="{C56F48A4-380D-415A-9F3E-929175025849}"/>
                  </a:ext>
                </a:extLst>
              </p:cNvPr>
              <p:cNvGrpSpPr/>
              <p:nvPr userDrawn="1"/>
            </p:nvGrpSpPr>
            <p:grpSpPr>
              <a:xfrm>
                <a:off x="1259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F32F356D-367C-4452-B1C7-7284C2E48610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012C9146-C759-4CA4-AA01-25670D7CF737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CF099EBF-5905-451A-A33D-3609984F5E0D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52" name="Group 451">
              <a:extLst>
                <a:ext uri="{FF2B5EF4-FFF2-40B4-BE49-F238E27FC236}">
                  <a16:creationId xmlns:a16="http://schemas.microsoft.com/office/drawing/2014/main" id="{910AD65B-647B-4CAC-927D-222F284E8341}"/>
                </a:ext>
              </a:extLst>
            </p:cNvPr>
            <p:cNvGrpSpPr/>
            <p:nvPr userDrawn="1"/>
          </p:nvGrpSpPr>
          <p:grpSpPr>
            <a:xfrm>
              <a:off x="8129554" y="622526"/>
              <a:ext cx="1290134" cy="650797"/>
              <a:chOff x="497660" y="1318592"/>
              <a:chExt cx="884549" cy="446203"/>
            </a:xfrm>
          </p:grpSpPr>
          <p:grpSp>
            <p:nvGrpSpPr>
              <p:cNvPr id="453" name="Group 452">
                <a:extLst>
                  <a:ext uri="{FF2B5EF4-FFF2-40B4-BE49-F238E27FC236}">
                    <a16:creationId xmlns:a16="http://schemas.microsoft.com/office/drawing/2014/main" id="{DD470EFF-5830-48ED-8B0A-6AA865966B5E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3E807E88-E1AB-48C8-8270-9FD1EE09F85F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346CF1AB-B20D-4BAA-9177-541E9679675C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196E3117-FB65-48C1-B6F3-9BC674873AB0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4" name="Group 453">
                <a:extLst>
                  <a:ext uri="{FF2B5EF4-FFF2-40B4-BE49-F238E27FC236}">
                    <a16:creationId xmlns:a16="http://schemas.microsoft.com/office/drawing/2014/main" id="{2D4430EA-A84B-4CFB-9314-6340E761E197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079F30A5-D8CE-4834-AAD5-537B817E969D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AF7540BD-57DE-45F2-AD7D-F3340CF5314C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EEFED332-6BFE-423E-AEB9-371A643590D8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32B00957-E281-4808-AF95-4F95B6667258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4B82B9B6-6792-4F7B-82D6-8C0377297BD1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A79BB357-185A-4144-9B3C-1174C0F0345C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5789BF7E-FDF4-4124-BE2E-67F9CD2EB0DB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9C4AF578-AEA3-4A4C-A2CC-EDADF584AF96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2C1AAEA0-C9D4-42AA-81A4-C69F63DDACF7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3A96334A-FAE9-4A08-B030-BF26E6CF0937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26E745EB-0E4B-419F-8465-1A34609B5174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7" name="Group 456">
                <a:extLst>
                  <a:ext uri="{FF2B5EF4-FFF2-40B4-BE49-F238E27FC236}">
                    <a16:creationId xmlns:a16="http://schemas.microsoft.com/office/drawing/2014/main" id="{D655BB94-4E33-4F7D-BBD4-36258B38D0F4}"/>
                  </a:ext>
                </a:extLst>
              </p:cNvPr>
              <p:cNvGrpSpPr/>
              <p:nvPr userDrawn="1"/>
            </p:nvGrpSpPr>
            <p:grpSpPr>
              <a:xfrm>
                <a:off x="11072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702E6E80-4877-424E-AC81-4CB6B7DD4093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19BC63AC-B10F-4989-A5C4-FE8394E2E1C3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9FFEA05E-12D9-45F1-8D65-5E06D589D4DD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DC7BB6EE-6EEE-47F2-BB41-01D23467052E}"/>
                  </a:ext>
                </a:extLst>
              </p:cNvPr>
              <p:cNvGrpSpPr/>
              <p:nvPr userDrawn="1"/>
            </p:nvGrpSpPr>
            <p:grpSpPr>
              <a:xfrm>
                <a:off x="1259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55E5BFD9-63B7-46EA-804A-993A1C69480A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FD4AD440-7B74-4237-A059-D253641C0992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371EA3B9-637A-42AC-A829-D9E79AD39B31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C404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9E62C702-E065-44FD-AE23-3A67142A00E7}"/>
                </a:ext>
              </a:extLst>
            </p:cNvPr>
            <p:cNvGrpSpPr/>
            <p:nvPr userDrawn="1"/>
          </p:nvGrpSpPr>
          <p:grpSpPr>
            <a:xfrm>
              <a:off x="9449457" y="622526"/>
              <a:ext cx="1290134" cy="650797"/>
              <a:chOff x="497660" y="1318592"/>
              <a:chExt cx="884549" cy="446203"/>
            </a:xfrm>
          </p:grpSpPr>
          <p:grpSp>
            <p:nvGrpSpPr>
              <p:cNvPr id="478" name="Group 477">
                <a:extLst>
                  <a:ext uri="{FF2B5EF4-FFF2-40B4-BE49-F238E27FC236}">
                    <a16:creationId xmlns:a16="http://schemas.microsoft.com/office/drawing/2014/main" id="{B74FBDF3-09A7-42BB-AF26-A5ED04B73CEB}"/>
                  </a:ext>
                </a:extLst>
              </p:cNvPr>
              <p:cNvGrpSpPr/>
              <p:nvPr userDrawn="1"/>
            </p:nvGrpSpPr>
            <p:grpSpPr>
              <a:xfrm>
                <a:off x="4976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FB27B8D4-1EAD-4499-BDC7-74FDD95E80B4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A93C4BBB-27DB-4A2D-A1BE-244CDBB64EB8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037841EA-C0B0-4086-9B3F-513C05B44A53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79" name="Group 478">
                <a:extLst>
                  <a:ext uri="{FF2B5EF4-FFF2-40B4-BE49-F238E27FC236}">
                    <a16:creationId xmlns:a16="http://schemas.microsoft.com/office/drawing/2014/main" id="{A5C7D0B9-6EC4-4FF0-B647-B9F19945A091}"/>
                  </a:ext>
                </a:extLst>
              </p:cNvPr>
              <p:cNvGrpSpPr/>
              <p:nvPr userDrawn="1"/>
            </p:nvGrpSpPr>
            <p:grpSpPr>
              <a:xfrm>
                <a:off x="6500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9971A185-9F0B-404E-BC17-AFED93546FFB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F28D4733-AACD-44FB-8C47-80E45B57104A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FDDD6CB4-1FF2-4A1D-B571-77824C332B53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0" name="Group 479">
                <a:extLst>
                  <a:ext uri="{FF2B5EF4-FFF2-40B4-BE49-F238E27FC236}">
                    <a16:creationId xmlns:a16="http://schemas.microsoft.com/office/drawing/2014/main" id="{7C28C771-AC7B-40E8-A540-A092AE172EEE}"/>
                  </a:ext>
                </a:extLst>
              </p:cNvPr>
              <p:cNvGrpSpPr/>
              <p:nvPr userDrawn="1"/>
            </p:nvGrpSpPr>
            <p:grpSpPr>
              <a:xfrm>
                <a:off x="8024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F7D21681-C0FD-4497-8575-31D748730E93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7A93689B-4221-4FA7-99E9-3D33ABE7A452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4AC78DBC-B4F9-41A5-8FB8-075C15393BFD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BCE2A6BC-8E85-43A0-807B-963CDA876B4A}"/>
                  </a:ext>
                </a:extLst>
              </p:cNvPr>
              <p:cNvGrpSpPr/>
              <p:nvPr userDrawn="1"/>
            </p:nvGrpSpPr>
            <p:grpSpPr>
              <a:xfrm>
                <a:off x="954860" y="1318592"/>
                <a:ext cx="122549" cy="446203"/>
                <a:chOff x="273377" y="377072"/>
                <a:chExt cx="122549" cy="446203"/>
              </a:xfrm>
            </p:grpSpPr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1079136B-D75B-48E3-AFC2-039EFE80B7C5}"/>
                    </a:ext>
                  </a:extLst>
                </p:cNvPr>
                <p:cNvSpPr/>
                <p:nvPr userDrawn="1"/>
              </p:nvSpPr>
              <p:spPr>
                <a:xfrm>
                  <a:off x="273377" y="377072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E51AE162-BD92-4B91-AFC8-8322FCE27873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FB6422DD-7557-40D0-8AEA-7EE77633CF8F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5B7E5050-5BE8-44DC-89B9-8DF655D170FB}"/>
                  </a:ext>
                </a:extLst>
              </p:cNvPr>
              <p:cNvGrpSpPr/>
              <p:nvPr userDrawn="1"/>
            </p:nvGrpSpPr>
            <p:grpSpPr>
              <a:xfrm>
                <a:off x="1107260" y="1480419"/>
                <a:ext cx="122549" cy="284376"/>
                <a:chOff x="273377" y="538899"/>
                <a:chExt cx="122549" cy="284376"/>
              </a:xfrm>
            </p:grpSpPr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FEED8392-01E3-4635-980A-D8F0EF8AE7CC}"/>
                    </a:ext>
                  </a:extLst>
                </p:cNvPr>
                <p:cNvSpPr/>
                <p:nvPr userDrawn="1"/>
              </p:nvSpPr>
              <p:spPr>
                <a:xfrm>
                  <a:off x="273377" y="538899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38285E37-9A8F-4798-866D-8FD6DE8D49D8}"/>
                    </a:ext>
                  </a:extLst>
                </p:cNvPr>
                <p:cNvSpPr/>
                <p:nvPr userDrawn="1"/>
              </p:nvSpPr>
              <p:spPr>
                <a:xfrm>
                  <a:off x="273377" y="700726"/>
                  <a:ext cx="122549" cy="122549"/>
                </a:xfrm>
                <a:prstGeom prst="ellipse">
                  <a:avLst/>
                </a:prstGeom>
                <a:solidFill>
                  <a:srgbClr val="062B3D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85" name="Oval 484">
                <a:extLst>
                  <a:ext uri="{FF2B5EF4-FFF2-40B4-BE49-F238E27FC236}">
                    <a16:creationId xmlns:a16="http://schemas.microsoft.com/office/drawing/2014/main" id="{2C75A8C3-F453-45CF-920B-689DA5C1C376}"/>
                  </a:ext>
                </a:extLst>
              </p:cNvPr>
              <p:cNvSpPr/>
              <p:nvPr userDrawn="1"/>
            </p:nvSpPr>
            <p:spPr>
              <a:xfrm>
                <a:off x="1259660" y="1480419"/>
                <a:ext cx="122549" cy="122549"/>
              </a:xfrm>
              <a:prstGeom prst="ellipse">
                <a:avLst/>
              </a:prstGeom>
              <a:solidFill>
                <a:srgbClr val="062B3D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15" name="Picture 214" descr="A picture containing text, clipart, light&#10;&#10;Description automatically generated">
            <a:extLst>
              <a:ext uri="{FF2B5EF4-FFF2-40B4-BE49-F238E27FC236}">
                <a16:creationId xmlns:a16="http://schemas.microsoft.com/office/drawing/2014/main" id="{9AFAF0AF-C60E-41B4-9B6D-FC492E1DCC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644" y="2980752"/>
            <a:ext cx="4406710" cy="89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5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69887310-68F0-4CDB-AC57-C27566A9A5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4413" y="2903493"/>
            <a:ext cx="5163174" cy="10510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F9D5B2-113B-E8EC-75F8-2E82AA9F771B}"/>
              </a:ext>
            </a:extLst>
          </p:cNvPr>
          <p:cNvSpPr/>
          <p:nvPr userDrawn="1"/>
        </p:nvSpPr>
        <p:spPr>
          <a:xfrm>
            <a:off x="0" y="6802102"/>
            <a:ext cx="12192000" cy="57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11FE58-D4FC-72C8-A3BA-1066A0C6ACB8}"/>
              </a:ext>
            </a:extLst>
          </p:cNvPr>
          <p:cNvSpPr/>
          <p:nvPr userDrawn="1"/>
        </p:nvSpPr>
        <p:spPr>
          <a:xfrm>
            <a:off x="0" y="-89"/>
            <a:ext cx="12192000" cy="57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3E2EB-9BC5-4863-8B36-189831A55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148"/>
            <a:ext cx="10515600" cy="46561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9582516-C259-49C9-B02E-0E9DAFAE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631"/>
            <a:ext cx="10515600" cy="5898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1"/>
                </a:solidFill>
                <a:latin typeface="Lat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228603-1EDA-B11F-6046-C7AD5A0433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948241"/>
            <a:ext cx="10515600" cy="350837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EB9D7B-E78D-A2B2-7BD7-10C0E105E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30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3E2EB-9BC5-4863-8B36-189831A55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148"/>
            <a:ext cx="10515600" cy="46561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9582516-C259-49C9-B02E-0E9DAFAE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631"/>
            <a:ext cx="10515600" cy="5898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1"/>
                </a:solidFill>
                <a:latin typeface="Lat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EB9D7B-E78D-A2B2-7BD7-10C0E105E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73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E60CC-F97C-4C10-AB60-5E7B5B3FF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27148"/>
            <a:ext cx="5181600" cy="46815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86B6E-0484-46D9-9E15-49CE6AAA0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27148"/>
            <a:ext cx="5181600" cy="46815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D9F95-6DA9-880D-B124-88CAF6600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631"/>
            <a:ext cx="10515600" cy="5898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1"/>
                </a:solidFill>
                <a:latin typeface="Lat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8D638D-11BC-C98D-2A6D-03D4B476D2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948955"/>
            <a:ext cx="10515600" cy="35012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8A67C-A78B-245C-A796-CA511DAFC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10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A43B4-D1C7-0A4E-A09C-A1AE875B8E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948583"/>
            <a:ext cx="10515600" cy="36758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ato"/>
                <a:ea typeface="+mj-ea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5684BB4-B82D-0BF8-0DC2-7D3BB16B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898"/>
            <a:ext cx="10515600" cy="5389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793D3FC-C731-D295-53CF-EFA207E8C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2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684BB4-B82D-0BF8-0DC2-7D3BB16B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898"/>
            <a:ext cx="10515600" cy="5389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793D3FC-C731-D295-53CF-EFA207E8C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1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9B4ACDE8-874E-44DB-1F05-0B9402647BD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7830312" y="60960"/>
            <a:ext cx="4361688" cy="6731000"/>
          </a:xfrm>
          <a:prstGeom prst="rect">
            <a:avLst/>
          </a:prstGeom>
          <a:solidFill>
            <a:srgbClr val="FBF6EB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E60CC-F97C-4C10-AB60-5E7B5B3FF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67328"/>
            <a:ext cx="6680200" cy="4741372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spcBef>
                <a:spcPts val="0"/>
              </a:spcBef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spcBef>
                <a:spcPts val="0"/>
              </a:spcBef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spcBef>
                <a:spcPts val="0"/>
              </a:spcBef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spcBef>
                <a:spcPts val="0"/>
              </a:spcBef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5BE83-FC24-C0B0-3A42-5157338A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260"/>
            <a:ext cx="6680200" cy="538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accent1"/>
                </a:solidFill>
                <a:latin typeface="Lat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716AF1-E27A-AA7E-E597-26CBEB3B01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906963"/>
            <a:ext cx="6680200" cy="28956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59C019-56F0-FB6C-0453-C961910D262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21320" y="1367328"/>
            <a:ext cx="3947160" cy="4741371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 marL="457200" indent="-228600"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 marL="341313" indent="-339725"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 marL="341313" indent="-341313"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 marL="742950" indent="-228600">
              <a:spcBef>
                <a:spcPts val="0"/>
              </a:spcBef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D1DF2AD-20B1-5AC7-A8F6-F19B26273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68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848D884-149D-89FC-68B1-46F582D37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922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7291C66-90EE-4E53-BCBD-7A27FFF5F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35"/>
            <a:ext cx="10515600" cy="5389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1"/>
                </a:solidFill>
                <a:latin typeface="Lat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A4C6D1-3B7D-43DF-998B-B7CF777088D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426924"/>
            <a:ext cx="5157787" cy="638852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BA0713E-5A8E-4F58-88E1-97583AED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69470"/>
            <a:ext cx="5157787" cy="41257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82CA2C-452D-493A-802D-A6D292796A5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426924"/>
            <a:ext cx="5183188" cy="638852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EB83DE6-6EBB-4A51-A267-BD896C0BF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69470"/>
            <a:ext cx="5183188" cy="41257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E7154-08B6-0552-592F-429E0A7DE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948955"/>
            <a:ext cx="10515600" cy="36721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D302C0B-CA8E-D4F4-65BC-DB74BB9AE3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715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33A83D-D499-4CF6-A186-48F5C1B25B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948954"/>
            <a:ext cx="10587038" cy="37682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0B5C56-877A-442C-82AC-1AE1086905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72563" y="1385599"/>
            <a:ext cx="5747237" cy="236488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06854CF-6EBC-4F6D-B967-20A68A49E2C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60484" y="1385599"/>
            <a:ext cx="5747237" cy="236488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0C6F03-4BB2-4A44-8E33-5E9286CFCF5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39374"/>
            <a:ext cx="0" cy="4907599"/>
          </a:xfrm>
          <a:prstGeom prst="line">
            <a:avLst/>
          </a:prstGeom>
          <a:ln w="25400">
            <a:solidFill>
              <a:srgbClr val="0064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DF6702-0329-49D5-B4FB-4F79C81804A5}"/>
              </a:ext>
            </a:extLst>
          </p:cNvPr>
          <p:cNvCxnSpPr>
            <a:cxnSpLocks/>
          </p:cNvCxnSpPr>
          <p:nvPr userDrawn="1"/>
        </p:nvCxnSpPr>
        <p:spPr>
          <a:xfrm flipH="1">
            <a:off x="87923" y="3732016"/>
            <a:ext cx="12001501" cy="0"/>
          </a:xfrm>
          <a:prstGeom prst="line">
            <a:avLst/>
          </a:prstGeom>
          <a:ln w="25400">
            <a:solidFill>
              <a:srgbClr val="0064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5AE5BA-EF6F-427F-9076-9644B377004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72563" y="3882090"/>
            <a:ext cx="5747237" cy="236488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B28B5A8-1683-4EDE-BDA9-2543ADB02AB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160484" y="3882090"/>
            <a:ext cx="5747237" cy="236488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3127BB8-B5B0-431C-AE0F-ABABDB4F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35"/>
            <a:ext cx="10515600" cy="5389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1"/>
                </a:solidFill>
                <a:latin typeface="Lat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9DD97E-7FBF-1DC4-B8EE-9F80F7315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2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1">
            <a:extLst>
              <a:ext uri="{FF2B5EF4-FFF2-40B4-BE49-F238E27FC236}">
                <a16:creationId xmlns:a16="http://schemas.microsoft.com/office/drawing/2014/main" id="{FFCBEA16-6782-4450-AECD-7D2D260D19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55977"/>
            <a:ext cx="12192000" cy="31116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Lato"/>
              </a:defRPr>
            </a:lvl1pPr>
          </a:lstStyle>
          <a:p>
            <a:pPr lvl="0"/>
            <a:endParaRPr lang="en-ID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CF8076-BF51-4B2F-A192-76C9D68096D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3833716"/>
            <a:ext cx="5181600" cy="243875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6DDFD2B-1A16-47A6-9609-DF9BFBB99F3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160485" y="3833716"/>
            <a:ext cx="5193315" cy="243875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A23328D-D36C-4A51-96FD-47D855707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889" y="3224353"/>
            <a:ext cx="10515600" cy="584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14A5B"/>
                </a:solidFill>
                <a:latin typeface="Lat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384E22-B69B-188D-8F1A-8AE574095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556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42">
            <a:extLst>
              <a:ext uri="{FF2B5EF4-FFF2-40B4-BE49-F238E27FC236}">
                <a16:creationId xmlns:a16="http://schemas.microsoft.com/office/drawing/2014/main" id="{F8BE3A55-2FC2-F042-90F5-A1D6DF8C91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7761"/>
            <a:ext cx="610054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08602-FBF8-4140-85E9-794DFE3FC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309" y="6158557"/>
            <a:ext cx="1644073" cy="60926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3E7A512-2548-42B4-8C6C-30615D402B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3708" y="497710"/>
            <a:ext cx="5385447" cy="12187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rgbClr val="114A5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A29C397-D3DD-47F9-9216-C9943A57E5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83708" y="1872868"/>
            <a:ext cx="5385447" cy="397303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FACC5AB-6C1D-1FB8-ACF8-9DF681CD0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66887" y="6518298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778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7761"/>
            <a:ext cx="6809874" cy="6858000"/>
          </a:xfrm>
          <a:custGeom>
            <a:avLst/>
            <a:gdLst>
              <a:gd name="connsiteX0" fmla="*/ 2009274 w 6809874"/>
              <a:gd name="connsiteY0" fmla="*/ 1792860 h 6858000"/>
              <a:gd name="connsiteX1" fmla="*/ 373134 w 6809874"/>
              <a:gd name="connsiteY1" fmla="*/ 3429000 h 6858000"/>
              <a:gd name="connsiteX2" fmla="*/ 2009274 w 6809874"/>
              <a:gd name="connsiteY2" fmla="*/ 5065140 h 6858000"/>
              <a:gd name="connsiteX3" fmla="*/ 3645414 w 6809874"/>
              <a:gd name="connsiteY3" fmla="*/ 3429000 h 6858000"/>
              <a:gd name="connsiteX4" fmla="*/ 2009274 w 6809874"/>
              <a:gd name="connsiteY4" fmla="*/ 1792860 h 6858000"/>
              <a:gd name="connsiteX5" fmla="*/ 2105526 w 6809874"/>
              <a:gd name="connsiteY5" fmla="*/ 817458 h 6858000"/>
              <a:gd name="connsiteX6" fmla="*/ 4717068 w 6809874"/>
              <a:gd name="connsiteY6" fmla="*/ 3429000 h 6858000"/>
              <a:gd name="connsiteX7" fmla="*/ 2105526 w 6809874"/>
              <a:gd name="connsiteY7" fmla="*/ 6040542 h 6858000"/>
              <a:gd name="connsiteX8" fmla="*/ 90333 w 6809874"/>
              <a:gd name="connsiteY8" fmla="*/ 5090184 h 6858000"/>
              <a:gd name="connsiteX9" fmla="*/ 0 w 6809874"/>
              <a:gd name="connsiteY9" fmla="*/ 4969383 h 6858000"/>
              <a:gd name="connsiteX10" fmla="*/ 0 w 6809874"/>
              <a:gd name="connsiteY10" fmla="*/ 1888618 h 6858000"/>
              <a:gd name="connsiteX11" fmla="*/ 90333 w 6809874"/>
              <a:gd name="connsiteY11" fmla="*/ 1767817 h 6858000"/>
              <a:gd name="connsiteX12" fmla="*/ 2105526 w 6809874"/>
              <a:gd name="connsiteY12" fmla="*/ 817458 h 6858000"/>
              <a:gd name="connsiteX13" fmla="*/ 0 w 6809874"/>
              <a:gd name="connsiteY13" fmla="*/ 0 h 6858000"/>
              <a:gd name="connsiteX14" fmla="*/ 5367664 w 6809874"/>
              <a:gd name="connsiteY14" fmla="*/ 0 h 6858000"/>
              <a:gd name="connsiteX15" fmla="*/ 5403811 w 6809874"/>
              <a:gd name="connsiteY15" fmla="*/ 34463 h 6858000"/>
              <a:gd name="connsiteX16" fmla="*/ 6809874 w 6809874"/>
              <a:gd name="connsiteY16" fmla="*/ 3429000 h 6858000"/>
              <a:gd name="connsiteX17" fmla="*/ 5403811 w 6809874"/>
              <a:gd name="connsiteY17" fmla="*/ 6823537 h 6858000"/>
              <a:gd name="connsiteX18" fmla="*/ 5367664 w 6809874"/>
              <a:gd name="connsiteY18" fmla="*/ 6858000 h 6858000"/>
              <a:gd name="connsiteX19" fmla="*/ 0 w 6809874"/>
              <a:gd name="connsiteY19" fmla="*/ 6858000 h 6858000"/>
              <a:gd name="connsiteX20" fmla="*/ 0 w 6809874"/>
              <a:gd name="connsiteY20" fmla="*/ 5048507 h 6858000"/>
              <a:gd name="connsiteX21" fmla="*/ 53729 w 6809874"/>
              <a:gd name="connsiteY21" fmla="*/ 5120358 h 6858000"/>
              <a:gd name="connsiteX22" fmla="*/ 2105527 w 6809874"/>
              <a:gd name="connsiteY22" fmla="*/ 6087979 h 6858000"/>
              <a:gd name="connsiteX23" fmla="*/ 4764506 w 6809874"/>
              <a:gd name="connsiteY23" fmla="*/ 3429000 h 6858000"/>
              <a:gd name="connsiteX24" fmla="*/ 2105527 w 6809874"/>
              <a:gd name="connsiteY24" fmla="*/ 770021 h 6858000"/>
              <a:gd name="connsiteX25" fmla="*/ 53729 w 6809874"/>
              <a:gd name="connsiteY25" fmla="*/ 1737642 h 6858000"/>
              <a:gd name="connsiteX26" fmla="*/ 0 w 6809874"/>
              <a:gd name="connsiteY26" fmla="*/ 180949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09874" h="6858000">
                <a:moveTo>
                  <a:pt x="2009274" y="1792860"/>
                </a:moveTo>
                <a:cubicBezTo>
                  <a:pt x="1105659" y="1792860"/>
                  <a:pt x="373134" y="2525385"/>
                  <a:pt x="373134" y="3429000"/>
                </a:cubicBezTo>
                <a:cubicBezTo>
                  <a:pt x="373134" y="4332615"/>
                  <a:pt x="1105659" y="5065140"/>
                  <a:pt x="2009274" y="5065140"/>
                </a:cubicBezTo>
                <a:cubicBezTo>
                  <a:pt x="2912889" y="5065140"/>
                  <a:pt x="3645414" y="4332615"/>
                  <a:pt x="3645414" y="3429000"/>
                </a:cubicBezTo>
                <a:cubicBezTo>
                  <a:pt x="3645414" y="2525385"/>
                  <a:pt x="2912889" y="1792860"/>
                  <a:pt x="2009274" y="1792860"/>
                </a:cubicBezTo>
                <a:close/>
                <a:moveTo>
                  <a:pt x="2105526" y="817458"/>
                </a:moveTo>
                <a:cubicBezTo>
                  <a:pt x="3547841" y="817458"/>
                  <a:pt x="4717068" y="1986685"/>
                  <a:pt x="4717068" y="3429000"/>
                </a:cubicBezTo>
                <a:cubicBezTo>
                  <a:pt x="4717068" y="4871315"/>
                  <a:pt x="3547841" y="6040542"/>
                  <a:pt x="2105526" y="6040542"/>
                </a:cubicBezTo>
                <a:cubicBezTo>
                  <a:pt x="1294224" y="6040542"/>
                  <a:pt x="569329" y="5670592"/>
                  <a:pt x="90333" y="5090184"/>
                </a:cubicBezTo>
                <a:lnTo>
                  <a:pt x="0" y="4969383"/>
                </a:lnTo>
                <a:lnTo>
                  <a:pt x="0" y="1888618"/>
                </a:lnTo>
                <a:lnTo>
                  <a:pt x="90333" y="1767817"/>
                </a:lnTo>
                <a:cubicBezTo>
                  <a:pt x="569329" y="1187409"/>
                  <a:pt x="1294224" y="817458"/>
                  <a:pt x="2105526" y="817458"/>
                </a:cubicBezTo>
                <a:close/>
                <a:moveTo>
                  <a:pt x="0" y="0"/>
                </a:moveTo>
                <a:lnTo>
                  <a:pt x="5367664" y="0"/>
                </a:lnTo>
                <a:lnTo>
                  <a:pt x="5403811" y="34463"/>
                </a:lnTo>
                <a:cubicBezTo>
                  <a:pt x="6272549" y="903201"/>
                  <a:pt x="6809874" y="2103351"/>
                  <a:pt x="6809874" y="3429000"/>
                </a:cubicBezTo>
                <a:cubicBezTo>
                  <a:pt x="6809874" y="4754649"/>
                  <a:pt x="6272549" y="5954799"/>
                  <a:pt x="5403811" y="6823537"/>
                </a:cubicBezTo>
                <a:lnTo>
                  <a:pt x="5367664" y="6858000"/>
                </a:lnTo>
                <a:lnTo>
                  <a:pt x="0" y="6858000"/>
                </a:lnTo>
                <a:lnTo>
                  <a:pt x="0" y="5048507"/>
                </a:lnTo>
                <a:lnTo>
                  <a:pt x="53729" y="5120358"/>
                </a:lnTo>
                <a:cubicBezTo>
                  <a:pt x="541425" y="5711309"/>
                  <a:pt x="1279488" y="6087979"/>
                  <a:pt x="2105527" y="6087979"/>
                </a:cubicBezTo>
                <a:cubicBezTo>
                  <a:pt x="3574041" y="6087979"/>
                  <a:pt x="4764506" y="4897514"/>
                  <a:pt x="4764506" y="3429000"/>
                </a:cubicBezTo>
                <a:cubicBezTo>
                  <a:pt x="4764506" y="1960486"/>
                  <a:pt x="3574041" y="770021"/>
                  <a:pt x="2105527" y="770021"/>
                </a:cubicBezTo>
                <a:cubicBezTo>
                  <a:pt x="1279488" y="770021"/>
                  <a:pt x="541425" y="1146692"/>
                  <a:pt x="53729" y="1737642"/>
                </a:cubicBezTo>
                <a:lnTo>
                  <a:pt x="0" y="18094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lvl="0"/>
            <a:endParaRPr lang="en-US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B77A458-A466-4AD1-AE64-97C29B9E3F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45428" y="497710"/>
            <a:ext cx="4823727" cy="12187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rgbClr val="114A5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A109E40-A15D-49B1-AD23-CFEA447868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5428" y="1872868"/>
            <a:ext cx="4823727" cy="397303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Lat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C527EAD-3971-EC8D-E44C-E99403502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66887" y="6518298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7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0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B1406-1C0F-4C61-BCA1-C7465829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47FE7-2DF7-4D7F-8383-9E8F84206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AFC7A-C8DF-4012-B7D0-ECD0CBAA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5B60A-E72A-4926-8B54-25D15B782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35060-8EC6-4D36-A590-6E09D8769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Lato"/>
              </a:defRPr>
            </a:lvl1pPr>
          </a:lstStyle>
          <a:p>
            <a:fld id="{16546AAE-157D-45D9-93BA-4E21BD2B219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52D99EC-9BE6-4CCA-80E8-D074508A3719}"/>
              </a:ext>
            </a:extLst>
          </p:cNvPr>
          <p:cNvGrpSpPr/>
          <p:nvPr userDrawn="1"/>
        </p:nvGrpSpPr>
        <p:grpSpPr>
          <a:xfrm>
            <a:off x="13015280" y="-63500"/>
            <a:ext cx="666750" cy="7164387"/>
            <a:chOff x="12630150" y="136525"/>
            <a:chExt cx="666750" cy="716438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2382DD-CDF2-4F83-A5E8-968EEEEFAEC5}"/>
                </a:ext>
              </a:extLst>
            </p:cNvPr>
            <p:cNvSpPr/>
            <p:nvPr userDrawn="1"/>
          </p:nvSpPr>
          <p:spPr>
            <a:xfrm>
              <a:off x="12630150" y="136525"/>
              <a:ext cx="666750" cy="762001"/>
            </a:xfrm>
            <a:prstGeom prst="rect">
              <a:avLst/>
            </a:prstGeom>
            <a:solidFill>
              <a:srgbClr val="00638A"/>
            </a:solidFill>
            <a:ln>
              <a:solidFill>
                <a:srgbClr val="0063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99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138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9A2C01-997C-4562-B63B-3EA301C990CB}"/>
                </a:ext>
              </a:extLst>
            </p:cNvPr>
            <p:cNvSpPr/>
            <p:nvPr userDrawn="1"/>
          </p:nvSpPr>
          <p:spPr>
            <a:xfrm>
              <a:off x="12630150" y="936824"/>
              <a:ext cx="666750" cy="762000"/>
            </a:xfrm>
            <a:prstGeom prst="rect">
              <a:avLst/>
            </a:prstGeom>
            <a:solidFill>
              <a:srgbClr val="003F5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63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83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02E541-E2D2-4F94-B20B-CEAA6A127CF5}"/>
                </a:ext>
              </a:extLst>
            </p:cNvPr>
            <p:cNvSpPr/>
            <p:nvPr userDrawn="1"/>
          </p:nvSpPr>
          <p:spPr>
            <a:xfrm>
              <a:off x="12630150" y="1737122"/>
              <a:ext cx="666750" cy="762000"/>
            </a:xfrm>
            <a:prstGeom prst="rect">
              <a:avLst/>
            </a:prstGeom>
            <a:solidFill>
              <a:srgbClr val="1E76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30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118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120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FFABD8-40EF-44D4-A76B-FDB769F6510B}"/>
                </a:ext>
              </a:extLst>
            </p:cNvPr>
            <p:cNvSpPr/>
            <p:nvPr userDrawn="1"/>
          </p:nvSpPr>
          <p:spPr>
            <a:xfrm>
              <a:off x="12630150" y="2537420"/>
              <a:ext cx="666750" cy="762000"/>
            </a:xfrm>
            <a:prstGeom prst="rect">
              <a:avLst/>
            </a:prstGeom>
            <a:solidFill>
              <a:srgbClr val="B3D23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179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210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53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0DB919-6CB4-43A6-BC87-938256E9A7CA}"/>
                </a:ext>
              </a:extLst>
            </p:cNvPr>
            <p:cNvSpPr/>
            <p:nvPr userDrawn="1"/>
          </p:nvSpPr>
          <p:spPr>
            <a:xfrm>
              <a:off x="12630150" y="3337718"/>
              <a:ext cx="666750" cy="762000"/>
            </a:xfrm>
            <a:prstGeom prst="rect">
              <a:avLst/>
            </a:prstGeom>
            <a:solidFill>
              <a:srgbClr val="FFB61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225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182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24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3D794BC-AA88-4C4B-8E32-A5CC14738247}"/>
                </a:ext>
              </a:extLst>
            </p:cNvPr>
            <p:cNvSpPr/>
            <p:nvPr userDrawn="1"/>
          </p:nvSpPr>
          <p:spPr>
            <a:xfrm>
              <a:off x="12630150" y="4138016"/>
              <a:ext cx="666750" cy="762000"/>
            </a:xfrm>
            <a:prstGeom prst="rect">
              <a:avLst/>
            </a:prstGeom>
            <a:solidFill>
              <a:srgbClr val="F5791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245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121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31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7C32E62-B033-4476-B8BB-47F6901450C9}"/>
                </a:ext>
              </a:extLst>
            </p:cNvPr>
            <p:cNvSpPr/>
            <p:nvPr userDrawn="1"/>
          </p:nvSpPr>
          <p:spPr>
            <a:xfrm>
              <a:off x="12630150" y="4938314"/>
              <a:ext cx="666750" cy="762000"/>
            </a:xfrm>
            <a:prstGeom prst="rect">
              <a:avLst/>
            </a:prstGeom>
            <a:solidFill>
              <a:srgbClr val="E9D19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233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209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157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A2A90A9-ED21-4797-BB6F-EA41070E233C}"/>
                </a:ext>
              </a:extLst>
            </p:cNvPr>
            <p:cNvSpPr/>
            <p:nvPr userDrawn="1"/>
          </p:nvSpPr>
          <p:spPr>
            <a:xfrm>
              <a:off x="12630150" y="5738612"/>
              <a:ext cx="666750" cy="7620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102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102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102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0FD82E-46E2-474C-A745-08DE7645E98E}"/>
                </a:ext>
              </a:extLst>
            </p:cNvPr>
            <p:cNvSpPr/>
            <p:nvPr userDrawn="1"/>
          </p:nvSpPr>
          <p:spPr>
            <a:xfrm>
              <a:off x="12630150" y="6538912"/>
              <a:ext cx="666750" cy="7620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178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178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178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55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5" r:id="rId2"/>
    <p:sldLayoutId id="2147483788" r:id="rId3"/>
    <p:sldLayoutId id="2147483787" r:id="rId4"/>
    <p:sldLayoutId id="2147483780" r:id="rId5"/>
    <p:sldLayoutId id="2147483781" r:id="rId6"/>
    <p:sldLayoutId id="2147483783" r:id="rId7"/>
    <p:sldLayoutId id="2147483782" r:id="rId8"/>
    <p:sldLayoutId id="2147483766" r:id="rId9"/>
    <p:sldLayoutId id="2147483786" r:id="rId10"/>
    <p:sldLayoutId id="2147483789" r:id="rId11"/>
    <p:sldLayoutId id="2147483768" r:id="rId12"/>
    <p:sldLayoutId id="2147483771" r:id="rId13"/>
    <p:sldLayoutId id="2147483784" r:id="rId14"/>
    <p:sldLayoutId id="2147483770" r:id="rId15"/>
    <p:sldLayoutId id="2147483702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Lato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75282-310B-4E6A-BEF8-7248397A9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6056"/>
            <a:ext cx="10515600" cy="4857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9B8E28A4-0586-470B-A387-F261DA06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169"/>
            <a:ext cx="10515600" cy="6073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640F37-AF0E-4110-A8F6-10593D35BDF7}"/>
              </a:ext>
            </a:extLst>
          </p:cNvPr>
          <p:cNvSpPr/>
          <p:nvPr userDrawn="1"/>
        </p:nvSpPr>
        <p:spPr>
          <a:xfrm>
            <a:off x="4818250" y="6584773"/>
            <a:ext cx="255550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©2025 SkyWater Technology. Proprietary.</a:t>
            </a:r>
          </a:p>
        </p:txBody>
      </p:sp>
      <p:pic>
        <p:nvPicPr>
          <p:cNvPr id="14" name="Picture 13" descr="A picture containing logo&#10;&#10;Description automatically generated">
            <a:extLst>
              <a:ext uri="{FF2B5EF4-FFF2-40B4-BE49-F238E27FC236}">
                <a16:creationId xmlns:a16="http://schemas.microsoft.com/office/drawing/2014/main" id="{038978A5-3264-4D8D-9281-5FE6E2DB5300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944" y="6299074"/>
            <a:ext cx="1932709" cy="39342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AAFF7E7-2149-4E95-B45D-122AD3C17D69}"/>
              </a:ext>
            </a:extLst>
          </p:cNvPr>
          <p:cNvGrpSpPr/>
          <p:nvPr userDrawn="1"/>
        </p:nvGrpSpPr>
        <p:grpSpPr>
          <a:xfrm>
            <a:off x="13015280" y="-63500"/>
            <a:ext cx="666750" cy="7164387"/>
            <a:chOff x="12630150" y="136525"/>
            <a:chExt cx="666750" cy="716438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0855F8A-CE3E-49FD-B154-0A69C4EADECB}"/>
                </a:ext>
              </a:extLst>
            </p:cNvPr>
            <p:cNvSpPr/>
            <p:nvPr userDrawn="1"/>
          </p:nvSpPr>
          <p:spPr>
            <a:xfrm>
              <a:off x="12630150" y="136525"/>
              <a:ext cx="666750" cy="762001"/>
            </a:xfrm>
            <a:prstGeom prst="rect">
              <a:avLst/>
            </a:prstGeom>
            <a:solidFill>
              <a:srgbClr val="00638A"/>
            </a:solidFill>
            <a:ln>
              <a:solidFill>
                <a:srgbClr val="0063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99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138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4232F39-4304-44D0-AA34-410A96ED7689}"/>
                </a:ext>
              </a:extLst>
            </p:cNvPr>
            <p:cNvSpPr/>
            <p:nvPr userDrawn="1"/>
          </p:nvSpPr>
          <p:spPr>
            <a:xfrm>
              <a:off x="12630150" y="936824"/>
              <a:ext cx="666750" cy="762000"/>
            </a:xfrm>
            <a:prstGeom prst="rect">
              <a:avLst/>
            </a:prstGeom>
            <a:solidFill>
              <a:srgbClr val="003F5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63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83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C56A1A-E0B4-4D8C-9194-63FFDC7E8DA8}"/>
                </a:ext>
              </a:extLst>
            </p:cNvPr>
            <p:cNvSpPr/>
            <p:nvPr userDrawn="1"/>
          </p:nvSpPr>
          <p:spPr>
            <a:xfrm>
              <a:off x="12630150" y="1737122"/>
              <a:ext cx="666750" cy="762000"/>
            </a:xfrm>
            <a:prstGeom prst="rect">
              <a:avLst/>
            </a:prstGeom>
            <a:solidFill>
              <a:srgbClr val="1E76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30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118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120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3C8422-34CB-4860-B5DD-673B94F0332D}"/>
                </a:ext>
              </a:extLst>
            </p:cNvPr>
            <p:cNvSpPr/>
            <p:nvPr userDrawn="1"/>
          </p:nvSpPr>
          <p:spPr>
            <a:xfrm>
              <a:off x="12630150" y="2537420"/>
              <a:ext cx="666750" cy="762000"/>
            </a:xfrm>
            <a:prstGeom prst="rect">
              <a:avLst/>
            </a:prstGeom>
            <a:solidFill>
              <a:srgbClr val="B3D23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179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210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53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8F078DD-F383-460C-A613-3E7940687F3A}"/>
                </a:ext>
              </a:extLst>
            </p:cNvPr>
            <p:cNvSpPr/>
            <p:nvPr userDrawn="1"/>
          </p:nvSpPr>
          <p:spPr>
            <a:xfrm>
              <a:off x="12630150" y="3337718"/>
              <a:ext cx="666750" cy="762000"/>
            </a:xfrm>
            <a:prstGeom prst="rect">
              <a:avLst/>
            </a:prstGeom>
            <a:solidFill>
              <a:srgbClr val="FFB61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225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182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24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96FCC3-A3AF-46BA-89BA-F3D5FCA4A16E}"/>
                </a:ext>
              </a:extLst>
            </p:cNvPr>
            <p:cNvSpPr/>
            <p:nvPr userDrawn="1"/>
          </p:nvSpPr>
          <p:spPr>
            <a:xfrm>
              <a:off x="12630150" y="4138016"/>
              <a:ext cx="666750" cy="762000"/>
            </a:xfrm>
            <a:prstGeom prst="rect">
              <a:avLst/>
            </a:prstGeom>
            <a:solidFill>
              <a:srgbClr val="F5791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245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121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31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CFCECF9-2ECE-4F62-8B75-2D9E5AA8FA4D}"/>
                </a:ext>
              </a:extLst>
            </p:cNvPr>
            <p:cNvSpPr/>
            <p:nvPr userDrawn="1"/>
          </p:nvSpPr>
          <p:spPr>
            <a:xfrm>
              <a:off x="12630150" y="4938314"/>
              <a:ext cx="666750" cy="762000"/>
            </a:xfrm>
            <a:prstGeom prst="rect">
              <a:avLst/>
            </a:prstGeom>
            <a:solidFill>
              <a:srgbClr val="E9D19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233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209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157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463C20-7D17-4B32-9CE9-296B7D95CC56}"/>
                </a:ext>
              </a:extLst>
            </p:cNvPr>
            <p:cNvSpPr/>
            <p:nvPr userDrawn="1"/>
          </p:nvSpPr>
          <p:spPr>
            <a:xfrm>
              <a:off x="12630150" y="5738612"/>
              <a:ext cx="666750" cy="7620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102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102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102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69F241-6456-417F-8D77-BDB146B05A5E}"/>
                </a:ext>
              </a:extLst>
            </p:cNvPr>
            <p:cNvSpPr/>
            <p:nvPr userDrawn="1"/>
          </p:nvSpPr>
          <p:spPr>
            <a:xfrm>
              <a:off x="12630150" y="6538912"/>
              <a:ext cx="666750" cy="7620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>
                  <a:latin typeface="Lato" panose="020F0502020204030203"/>
                </a:rPr>
                <a:t>178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178</a:t>
              </a:r>
            </a:p>
            <a:p>
              <a:pPr algn="ctr"/>
              <a:r>
                <a:rPr lang="en-US" sz="1400" b="0">
                  <a:latin typeface="Lato" panose="020F0502020204030203"/>
                </a:rPr>
                <a:t>178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61C494A-E95F-6A02-0155-5BC781265B5E}"/>
              </a:ext>
            </a:extLst>
          </p:cNvPr>
          <p:cNvSpPr/>
          <p:nvPr userDrawn="1"/>
        </p:nvSpPr>
        <p:spPr>
          <a:xfrm>
            <a:off x="1871" y="-7206"/>
            <a:ext cx="12192000" cy="57784"/>
          </a:xfrm>
          <a:prstGeom prst="rect">
            <a:avLst/>
          </a:prstGeom>
          <a:gradFill flip="none" rotWithShape="1">
            <a:gsLst>
              <a:gs pos="20000">
                <a:srgbClr val="35A3CE"/>
              </a:gs>
              <a:gs pos="0">
                <a:schemeClr val="accent1">
                  <a:lumMod val="40000"/>
                  <a:lumOff val="60000"/>
                </a:schemeClr>
              </a:gs>
              <a:gs pos="61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E31801-AEB7-4334-6601-3D8A4883A181}"/>
              </a:ext>
            </a:extLst>
          </p:cNvPr>
          <p:cNvSpPr/>
          <p:nvPr userDrawn="1"/>
        </p:nvSpPr>
        <p:spPr>
          <a:xfrm>
            <a:off x="0" y="6802102"/>
            <a:ext cx="12192000" cy="57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385D8B-AD06-7B76-6A08-605DB29AA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3556" y="6550589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8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845" r:id="rId2"/>
    <p:sldLayoutId id="2147483749" r:id="rId3"/>
    <p:sldLayoutId id="2147483751" r:id="rId4"/>
    <p:sldLayoutId id="2147483844" r:id="rId5"/>
    <p:sldLayoutId id="2147483843" r:id="rId6"/>
    <p:sldLayoutId id="2147483753" r:id="rId7"/>
    <p:sldLayoutId id="2147483750" r:id="rId8"/>
    <p:sldLayoutId id="2147483752" r:id="rId9"/>
    <p:sldLayoutId id="21474838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Lato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75282-310B-4E6A-BEF8-7248397A9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6056"/>
            <a:ext cx="10515600" cy="4857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CEF9B3-3164-4495-967C-86FA96B5AD25}"/>
              </a:ext>
            </a:extLst>
          </p:cNvPr>
          <p:cNvCxnSpPr/>
          <p:nvPr userDrawn="1"/>
        </p:nvCxnSpPr>
        <p:spPr>
          <a:xfrm>
            <a:off x="11696700" y="6219824"/>
            <a:ext cx="0" cy="6381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9B8E28A4-0586-470B-A387-F261DA06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1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06699FB-C4A8-4162-9D6F-1FDDAE1C48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04114" y="6419592"/>
            <a:ext cx="1473939" cy="30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E90753F-D321-425B-80A0-6080A2B8B7C4}"/>
              </a:ext>
            </a:extLst>
          </p:cNvPr>
          <p:cNvGrpSpPr/>
          <p:nvPr userDrawn="1"/>
        </p:nvGrpSpPr>
        <p:grpSpPr>
          <a:xfrm>
            <a:off x="13015280" y="-63500"/>
            <a:ext cx="666750" cy="7164387"/>
            <a:chOff x="12630150" y="136525"/>
            <a:chExt cx="666750" cy="716438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D20DC4-CEC1-427B-BF38-AE22212B7ACD}"/>
                </a:ext>
              </a:extLst>
            </p:cNvPr>
            <p:cNvSpPr/>
            <p:nvPr userDrawn="1"/>
          </p:nvSpPr>
          <p:spPr>
            <a:xfrm>
              <a:off x="12630150" y="136525"/>
              <a:ext cx="666750" cy="762001"/>
            </a:xfrm>
            <a:prstGeom prst="rect">
              <a:avLst/>
            </a:prstGeom>
            <a:solidFill>
              <a:srgbClr val="00638A"/>
            </a:solidFill>
            <a:ln>
              <a:solidFill>
                <a:srgbClr val="0063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99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138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088A44-BC79-4131-9FD9-D1A3A9B277B5}"/>
                </a:ext>
              </a:extLst>
            </p:cNvPr>
            <p:cNvSpPr/>
            <p:nvPr userDrawn="1"/>
          </p:nvSpPr>
          <p:spPr>
            <a:xfrm>
              <a:off x="12630150" y="936824"/>
              <a:ext cx="666750" cy="762000"/>
            </a:xfrm>
            <a:prstGeom prst="rect">
              <a:avLst/>
            </a:prstGeom>
            <a:solidFill>
              <a:srgbClr val="003F5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63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409F68-D97F-49B2-8B07-D8FD10E44E65}"/>
                </a:ext>
              </a:extLst>
            </p:cNvPr>
            <p:cNvSpPr/>
            <p:nvPr userDrawn="1"/>
          </p:nvSpPr>
          <p:spPr>
            <a:xfrm>
              <a:off x="12630150" y="1737122"/>
              <a:ext cx="666750" cy="762000"/>
            </a:xfrm>
            <a:prstGeom prst="rect">
              <a:avLst/>
            </a:prstGeom>
            <a:solidFill>
              <a:srgbClr val="1E76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30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118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47C93F-FDF8-4BF5-8949-DB5CFBF5E263}"/>
                </a:ext>
              </a:extLst>
            </p:cNvPr>
            <p:cNvSpPr/>
            <p:nvPr userDrawn="1"/>
          </p:nvSpPr>
          <p:spPr>
            <a:xfrm>
              <a:off x="12630150" y="2537420"/>
              <a:ext cx="666750" cy="762000"/>
            </a:xfrm>
            <a:prstGeom prst="rect">
              <a:avLst/>
            </a:prstGeom>
            <a:solidFill>
              <a:srgbClr val="B3D23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179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210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B04B8B-8638-402A-BDF4-A39D67E24A3A}"/>
                </a:ext>
              </a:extLst>
            </p:cNvPr>
            <p:cNvSpPr/>
            <p:nvPr userDrawn="1"/>
          </p:nvSpPr>
          <p:spPr>
            <a:xfrm>
              <a:off x="12630150" y="3337718"/>
              <a:ext cx="666750" cy="762000"/>
            </a:xfrm>
            <a:prstGeom prst="rect">
              <a:avLst/>
            </a:prstGeom>
            <a:solidFill>
              <a:srgbClr val="FFB61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225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182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B90AD43-FD39-417C-8299-35183F2035B4}"/>
                </a:ext>
              </a:extLst>
            </p:cNvPr>
            <p:cNvSpPr/>
            <p:nvPr userDrawn="1"/>
          </p:nvSpPr>
          <p:spPr>
            <a:xfrm>
              <a:off x="12630150" y="4138016"/>
              <a:ext cx="666750" cy="762000"/>
            </a:xfrm>
            <a:prstGeom prst="rect">
              <a:avLst/>
            </a:prstGeom>
            <a:solidFill>
              <a:srgbClr val="F5791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245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121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234F5A-38E0-46E2-B1FB-A5F8570F6B81}"/>
                </a:ext>
              </a:extLst>
            </p:cNvPr>
            <p:cNvSpPr/>
            <p:nvPr userDrawn="1"/>
          </p:nvSpPr>
          <p:spPr>
            <a:xfrm>
              <a:off x="12630150" y="4938314"/>
              <a:ext cx="666750" cy="762000"/>
            </a:xfrm>
            <a:prstGeom prst="rect">
              <a:avLst/>
            </a:prstGeom>
            <a:solidFill>
              <a:srgbClr val="E9D19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233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209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157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D7C6E23-50EF-45C8-8930-3BCD700D16F1}"/>
                </a:ext>
              </a:extLst>
            </p:cNvPr>
            <p:cNvSpPr/>
            <p:nvPr userDrawn="1"/>
          </p:nvSpPr>
          <p:spPr>
            <a:xfrm>
              <a:off x="12630150" y="5738612"/>
              <a:ext cx="666750" cy="7620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102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102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83A3DD-B739-4D0C-B9C7-65331CA4AFCA}"/>
                </a:ext>
              </a:extLst>
            </p:cNvPr>
            <p:cNvSpPr/>
            <p:nvPr userDrawn="1"/>
          </p:nvSpPr>
          <p:spPr>
            <a:xfrm>
              <a:off x="12630150" y="6538912"/>
              <a:ext cx="666750" cy="7620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178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178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/>
                  <a:ea typeface="+mn-ea"/>
                  <a:cs typeface="+mn-cs"/>
                </a:rPr>
                <a:t>178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38BD3A8-AB10-4F97-A0FF-D96476B1DD33}"/>
              </a:ext>
            </a:extLst>
          </p:cNvPr>
          <p:cNvSpPr/>
          <p:nvPr userDrawn="1"/>
        </p:nvSpPr>
        <p:spPr>
          <a:xfrm>
            <a:off x="6384103" y="6536986"/>
            <a:ext cx="255550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Lato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Lato"/>
                <a:ea typeface="+mn-ea"/>
                <a:cs typeface="Arial" panose="020B0604020202020204" pitchFamily="34" charset="0"/>
              </a:rPr>
              <a:t>©2025 SkyWater Technology. Proprietary.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1A775-9873-0675-114A-F52CE38FC891}"/>
              </a:ext>
            </a:extLst>
          </p:cNvPr>
          <p:cNvSpPr/>
          <p:nvPr userDrawn="1"/>
        </p:nvSpPr>
        <p:spPr>
          <a:xfrm>
            <a:off x="5299788" y="-4575"/>
            <a:ext cx="6892212" cy="5778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A8626-9FFE-7E5D-9D82-FF3C2B060A18}"/>
              </a:ext>
            </a:extLst>
          </p:cNvPr>
          <p:cNvSpPr/>
          <p:nvPr userDrawn="1"/>
        </p:nvSpPr>
        <p:spPr>
          <a:xfrm>
            <a:off x="5299788" y="6802942"/>
            <a:ext cx="6892212" cy="5778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8F188A6-C25B-DA88-DA8C-001615462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66887" y="6518298"/>
            <a:ext cx="398096" cy="299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Lato" panose="020F0502020204030203"/>
              </a:defRPr>
            </a:lvl1pPr>
          </a:lstStyle>
          <a:p>
            <a:fld id="{35CD8334-66C4-4638-82C8-19B9C2E20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3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accent1"/>
          </a:solidFill>
          <a:latin typeface="Lato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Lato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478F0F-21C9-F48C-D03F-E665093B55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Entegris Pump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55C72-1215-280B-648F-AED3D62EC7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Lato"/>
              </a:rPr>
              <a:t>Scott Lindauer</a:t>
            </a:r>
          </a:p>
        </p:txBody>
      </p:sp>
    </p:spTree>
    <p:extLst>
      <p:ext uri="{BB962C8B-B14F-4D97-AF65-F5344CB8AC3E}">
        <p14:creationId xmlns:p14="http://schemas.microsoft.com/office/powerpoint/2010/main" val="2085633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63DFB-B372-0E67-98FD-C75E17E3F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Entegris pump software enables several functions such as alarm monitoring, SVID parameters, and dispense profiling.  </a:t>
            </a:r>
          </a:p>
          <a:p>
            <a:r>
              <a:rPr lang="en-US" dirty="0"/>
              <a:t>However, many functions are only accessible by accessing 1 pump at a time.  Fab25 has over 200 Entegris pumps installed so making comparisons between pumps is impossible.</a:t>
            </a:r>
          </a:p>
          <a:p>
            <a:r>
              <a:rPr lang="en-US" dirty="0"/>
              <a:t>Dispense profile traces are only stored for the last dispense so diagnosing issues with previous dispenses is difficult.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70FA7C-F667-347F-3E77-FDD350E2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183B0-DFF3-599F-5273-266D109B2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CD8334-66C4-4638-82C8-19B9C2E2081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9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283181-D663-D99A-7EFC-E12E0F19C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dashboard interface that shows the current status of each pump.</a:t>
            </a:r>
          </a:p>
          <a:p>
            <a:r>
              <a:rPr lang="en-US" dirty="0"/>
              <a:t>Dashboard will display some of the SVID parameters such as Dispense Confirmation of the last dispense and of previous dispenses.</a:t>
            </a:r>
          </a:p>
          <a:p>
            <a:r>
              <a:rPr lang="en-US" dirty="0"/>
              <a:t>Create a parameter table for comparison across the entire fleet of pumps.</a:t>
            </a:r>
          </a:p>
          <a:p>
            <a:r>
              <a:rPr lang="en-US" dirty="0"/>
              <a:t>Interface to access  and display multiple dispense profiles.</a:t>
            </a:r>
          </a:p>
          <a:p>
            <a:r>
              <a:rPr lang="en-US" dirty="0"/>
              <a:t>When a new “reference” profile is created upload this file for future reference and stored in database.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FA829A-7664-3237-93BE-32AD6E76C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C243D-5273-20B1-108C-FFC857C8F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CD8334-66C4-4638-82C8-19B9C2E2081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4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C8490B-C5B5-30F2-6F79-C255B49E0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2100" y="3960771"/>
            <a:ext cx="4122903" cy="2160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C68367F-4A9D-528C-B275-E5024EB6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shots of Entegris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79778-413D-997B-775D-8B9BFD5CE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CD8334-66C4-4638-82C8-19B9C2E2081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3C6239-00F6-5B32-E4F9-3694D35C5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264" y="1062606"/>
            <a:ext cx="2965485" cy="28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F39D8E-78A1-C2B4-05A9-429327381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266" y="3960771"/>
            <a:ext cx="4104804" cy="21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7D6B5C-D70D-35AC-B75C-918F28F98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099" y="1062607"/>
            <a:ext cx="2771310" cy="28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5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6858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heme/theme1.xml><?xml version="1.0" encoding="utf-8"?>
<a:theme xmlns:a="http://schemas.openxmlformats.org/drawingml/2006/main" name="Cover, Section, Closing">
  <a:themeElements>
    <a:clrScheme name="2022 SkyWater Palette">
      <a:dk1>
        <a:sysClr val="windowText" lastClr="000000"/>
      </a:dk1>
      <a:lt1>
        <a:srgbClr val="FFFFFF"/>
      </a:lt1>
      <a:dk2>
        <a:srgbClr val="003F53"/>
      </a:dk2>
      <a:lt2>
        <a:srgbClr val="E7E6E6"/>
      </a:lt2>
      <a:accent1>
        <a:srgbClr val="00638A"/>
      </a:accent1>
      <a:accent2>
        <a:srgbClr val="1E7678"/>
      </a:accent2>
      <a:accent3>
        <a:srgbClr val="B3D235"/>
      </a:accent3>
      <a:accent4>
        <a:srgbClr val="FFB618"/>
      </a:accent4>
      <a:accent5>
        <a:srgbClr val="F5791F"/>
      </a:accent5>
      <a:accent6>
        <a:srgbClr val="E9D19D"/>
      </a:accent6>
      <a:hlink>
        <a:srgbClr val="00638A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6173DEC-EFA0-4434-B8E7-C26E468C4736}" vid="{6137178D-A6BE-48EB-AEE2-28B0AC49C25B}"/>
    </a:ext>
  </a:extLst>
</a:theme>
</file>

<file path=ppt/theme/theme2.xml><?xml version="1.0" encoding="utf-8"?>
<a:theme xmlns:a="http://schemas.openxmlformats.org/drawingml/2006/main" name="Content Slides">
  <a:themeElements>
    <a:clrScheme name="2022 SkyWater Palette">
      <a:dk1>
        <a:sysClr val="windowText" lastClr="000000"/>
      </a:dk1>
      <a:lt1>
        <a:srgbClr val="FFFFFF"/>
      </a:lt1>
      <a:dk2>
        <a:srgbClr val="003F53"/>
      </a:dk2>
      <a:lt2>
        <a:srgbClr val="E7E6E6"/>
      </a:lt2>
      <a:accent1>
        <a:srgbClr val="00638A"/>
      </a:accent1>
      <a:accent2>
        <a:srgbClr val="1E7678"/>
      </a:accent2>
      <a:accent3>
        <a:srgbClr val="B3D235"/>
      </a:accent3>
      <a:accent4>
        <a:srgbClr val="FFB618"/>
      </a:accent4>
      <a:accent5>
        <a:srgbClr val="F5791F"/>
      </a:accent5>
      <a:accent6>
        <a:srgbClr val="E9D19D"/>
      </a:accent6>
      <a:hlink>
        <a:srgbClr val="00638A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6173DEC-EFA0-4434-B8E7-C26E468C4736}" vid="{EB778182-9C3A-4EC9-90E6-95CACD3819CB}"/>
    </a:ext>
  </a:extLst>
</a:theme>
</file>

<file path=ppt/theme/theme3.xml><?xml version="1.0" encoding="utf-8"?>
<a:theme xmlns:a="http://schemas.openxmlformats.org/drawingml/2006/main" name="Modified Footer">
  <a:themeElements>
    <a:clrScheme name="Custom 1">
      <a:dk1>
        <a:sysClr val="windowText" lastClr="000000"/>
      </a:dk1>
      <a:lt1>
        <a:sysClr val="window" lastClr="FFFFFF"/>
      </a:lt1>
      <a:dk2>
        <a:srgbClr val="114A5B"/>
      </a:dk2>
      <a:lt2>
        <a:srgbClr val="E7E6E6"/>
      </a:lt2>
      <a:accent1>
        <a:srgbClr val="006188"/>
      </a:accent1>
      <a:accent2>
        <a:srgbClr val="1E7678"/>
      </a:accent2>
      <a:accent3>
        <a:srgbClr val="B3D235"/>
      </a:accent3>
      <a:accent4>
        <a:srgbClr val="3B876C"/>
      </a:accent4>
      <a:accent5>
        <a:srgbClr val="114A5B"/>
      </a:accent5>
      <a:accent6>
        <a:srgbClr val="BFBFB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6173DEC-EFA0-4434-B8E7-C26E468C4736}" vid="{37F45E0A-784E-44F5-90AE-02DCFA30C2C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A3690AC50E1D4086A7A364A8C5C35D" ma:contentTypeVersion="7" ma:contentTypeDescription="Create a new document." ma:contentTypeScope="" ma:versionID="15d1b92ee64e4cb3139e1d090ffad1f2">
  <xsd:schema xmlns:xsd="http://www.w3.org/2001/XMLSchema" xmlns:xs="http://www.w3.org/2001/XMLSchema" xmlns:p="http://schemas.microsoft.com/office/2006/metadata/properties" xmlns:ns2="5688b859-0e15-4f00-ad16-a99592b23064" targetNamespace="http://schemas.microsoft.com/office/2006/metadata/properties" ma:root="true" ma:fieldsID="c708856e473cc1767adf372428db0acd" ns2:_="">
    <xsd:import namespace="5688b859-0e15-4f00-ad16-a99592b230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8b859-0e15-4f00-ad16-a99592b23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0D0B15-3426-40DA-BA99-5C8CBA35C4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597AED-55D7-47E4-863C-2E0CC6D9B0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88b859-0e15-4f00-ad16-a99592b230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9FF02C-B687-4724-BF6B-1A24658684F3}">
  <ds:schemaRefs>
    <ds:schemaRef ds:uri="http://www.w3.org/XML/1998/namespace"/>
    <ds:schemaRef ds:uri="http://purl.org/dc/elements/1.1/"/>
    <ds:schemaRef ds:uri="http://schemas.openxmlformats.org/package/2006/metadata/core-properties"/>
    <ds:schemaRef ds:uri="5688b859-0e15-4f00-ad16-a99592b23064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162</Words>
  <Application>Microsoft Office PowerPoint</Application>
  <PresentationFormat>Widescreen</PresentationFormat>
  <Paragraphs>17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Lato</vt:lpstr>
      <vt:lpstr>Cover, Section, Closing</vt:lpstr>
      <vt:lpstr>Content Slides</vt:lpstr>
      <vt:lpstr>Modified Footer</vt:lpstr>
      <vt:lpstr>PowerPoint Presentation</vt:lpstr>
      <vt:lpstr>Problem Statement</vt:lpstr>
      <vt:lpstr>Scope of project</vt:lpstr>
      <vt:lpstr>Screen shots of Entegris software</vt:lpstr>
      <vt:lpstr>PowerPoint Presentation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Lindauer Scott (Skywater)</dc:creator>
  <cp:lastModifiedBy>Lindauer, Scott</cp:lastModifiedBy>
  <cp:revision>5</cp:revision>
  <dcterms:created xsi:type="dcterms:W3CDTF">2026-01-15T15:30:32Z</dcterms:created>
  <dcterms:modified xsi:type="dcterms:W3CDTF">2026-08-26T15:17:13Z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0x0101002BA3690AC50E1D4086A7A364A8C5C35D</vt:lpwstr>
  </property>
  <property fmtid="{D5CDD505-2E9C-101B-9397-08002B2CF9AE}" pid="3" name="_ExtendedDescription">
    <vt:lpwstr/>
  </property>
  <property fmtid="{D5CDD505-2E9C-101B-9397-08002B2CF9AE}" pid="4" name="MediaServiceImageTags">
    <vt:lpwstr/>
  </property>
  <property fmtid="{D5CDD505-2E9C-101B-9397-08002B2CF9AE}" pid="5" name="MSIP_Label_a15a25aa-e944-415d-b7a7-40f6b9180b6b_Enabled">
    <vt:lpwstr>-1</vt:lpwstr>
  </property>
  <property fmtid="{D5CDD505-2E9C-101B-9397-08002B2CF9AE}" pid="6" name="MSIP_Label_a15a25aa-e944-415d-b7a7-40f6b9180b6b_SetDate">
    <vt:lpwstr>2026-01-15 15:34:58Z</vt:lpwstr>
  </property>
  <property fmtid="{D5CDD505-2E9C-101B-9397-08002B2CF9AE}" pid="7" name="MSIP_Label_a15a25aa-e944-415d-b7a7-40f6b9180b6b_Method">
    <vt:lpwstr>Privileged</vt:lpwstr>
  </property>
  <property fmtid="{D5CDD505-2E9C-101B-9397-08002B2CF9AE}" pid="8" name="MSIP_Label_a15a25aa-e944-415d-b7a7-40f6b9180b6b_Name">
    <vt:lpwstr>a15a25aa-e944-415d-b7a7-40f6b9180b6b</vt:lpwstr>
  </property>
  <property fmtid="{D5CDD505-2E9C-101B-9397-08002B2CF9AE}" pid="9" name="MSIP_Label_a15a25aa-e944-415d-b7a7-40f6b9180b6b_SiteId">
    <vt:lpwstr>eeb8d0e8-3544-41d3-aac6-934c309faf5a</vt:lpwstr>
  </property>
  <property fmtid="{D5CDD505-2E9C-101B-9397-08002B2CF9AE}" pid="10" name="MSIP_Label_a15a25aa-e944-415d-b7a7-40f6b9180b6b_ActionId">
    <vt:lpwstr>b6442c39-dd45-40f5-9de9-00110638c526</vt:lpwstr>
  </property>
  <property fmtid="{D5CDD505-2E9C-101B-9397-08002B2CF9AE}" pid="11" name="MSIP_Label_a15a25aa-e944-415d-b7a7-40f6b9180b6b_ContentBits">
    <vt:lpwstr>0</vt:lpwstr>
  </property>
  <property fmtid="{D5CDD505-2E9C-101B-9397-08002B2CF9AE}" pid="12" name="empower.integration.Classification.DocumentId">
    <vt:lpwstr/>
  </property>
  <property fmtid="{D5CDD505-2E9C-101B-9397-08002B2CF9AE}" pid="13" name="empower.integration.Classification.DocumentVersion">
    <vt:lpwstr/>
  </property>
  <property fmtid="{D5CDD505-2E9C-101B-9397-08002B2CF9AE}" pid="14" name="empower.integration.Classification.DocumentOwner">
    <vt:lpwstr/>
  </property>
  <property fmtid="{D5CDD505-2E9C-101B-9397-08002B2CF9AE}" pid="15" name="empower.integration.Classification.ShowFooter">
    <vt:bool>true</vt:bool>
  </property>
  <property fmtid="{D5CDD505-2E9C-101B-9397-08002B2CF9AE}" pid="16" name="empower.integration.Classification.RestrictionLevel">
    <vt:i4>1</vt:i4>
  </property>
  <property fmtid="{D5CDD505-2E9C-101B-9397-08002B2CF9AE}" pid="17" name="empower.integration.Classification.FooterDate">
    <vt:filetime>2026-01-15T15:34:58Z</vt:filetime>
  </property>
  <property fmtid="{D5CDD505-2E9C-101B-9397-08002B2CF9AE}" pid="18" name="empower.integration.Classification.DateFormat">
    <vt:lpwstr/>
  </property>
  <property fmtid="{D5CDD505-2E9C-101B-9397-08002B2CF9AE}" pid="19" name="empower.integration.Classification.IsDraft">
    <vt:bool>false</vt:bool>
  </property>
  <property fmtid="{D5CDD505-2E9C-101B-9397-08002B2CF9AE}" pid="20" name="empower.integration.Classification.IsProprietary">
    <vt:bool>false</vt:bool>
  </property>
  <property fmtid="{D5CDD505-2E9C-101B-9397-08002B2CF9AE}" pid="21" name="empower.integration.Classification.HasAdditionalMarking">
    <vt:bool>false</vt:bool>
  </property>
  <property fmtid="{D5CDD505-2E9C-101B-9397-08002B2CF9AE}" pid="22" name="empower.integration.Classification.AdditionalMarking">
    <vt:lpwstr/>
  </property>
  <property fmtid="{D5CDD505-2E9C-101B-9397-08002B2CF9AE}" pid="23" name="empower.integration.Classification.IsEmpowerClassified">
    <vt:bool>false</vt:bool>
  </property>
</Properties>
</file>